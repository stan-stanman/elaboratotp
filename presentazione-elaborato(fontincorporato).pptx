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27"/>
  </p:handoutMasterIdLst>
  <p:sldIdLst>
    <p:sldId id="293" r:id="rId3"/>
    <p:sldId id="256" r:id="rId5"/>
    <p:sldId id="257" r:id="rId6"/>
    <p:sldId id="258" r:id="rId7"/>
    <p:sldId id="259" r:id="rId8"/>
    <p:sldId id="261" r:id="rId9"/>
    <p:sldId id="276" r:id="rId10"/>
    <p:sldId id="260"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92" r:id="rId26"/>
  </p:sldIdLst>
  <p:sldSz cx="12192000" cy="6858000"/>
  <p:notesSz cx="7103745" cy="10234295"/>
  <p:embeddedFontLst>
    <p:embeddedFont>
      <p:font typeface="宋体" panose="02010600030101010101" pitchFamily="2" charset="-122"/>
      <p:regular r:id="rId31"/>
    </p:embeddedFont>
    <p:embeddedFont>
      <p:font typeface="Arial Black" panose="020B0A04020102020204" pitchFamily="34" charset="0"/>
      <p:bold r:id="rId32"/>
    </p:embeddedFont>
    <p:embeddedFont>
      <p:font typeface="Calibri" panose="020F0502020204030204" pitchFamily="34" charset="0"/>
      <p:regular r:id="rId33"/>
      <p:bold r:id="rId34"/>
      <p:italic r:id="rId35"/>
      <p:boldItalic r:id="rId36"/>
    </p:embeddedFont>
    <p:embeddedFont>
      <p:font typeface="OPTINational-Gothic" pitchFamily="50" charset="0"/>
      <p:regular r:id="rId3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FF52"/>
    <a:srgbClr val="FF400D"/>
    <a:srgbClr val="800000"/>
    <a:srgbClr val="8E2100"/>
    <a:srgbClr val="644647"/>
    <a:srgbClr val="1C6420"/>
    <a:srgbClr val="271B1C"/>
    <a:srgbClr val="B2B2B2"/>
    <a:srgbClr val="202020"/>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48" d="100"/>
          <a:sy n="48" d="100"/>
        </p:scale>
        <p:origin x="78" y="546"/>
      </p:cViewPr>
      <p:guideLst>
        <p:guide orient="horz" pos="2111"/>
        <p:guide pos="3829"/>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font" Target="fonts/font7.fntdata"/><Relationship Id="rId36" Type="http://schemas.openxmlformats.org/officeDocument/2006/relationships/font" Target="fonts/font6.fntdata"/><Relationship Id="rId35" Type="http://schemas.openxmlformats.org/officeDocument/2006/relationships/font" Target="fonts/font5.fntdata"/><Relationship Id="rId34" Type="http://schemas.openxmlformats.org/officeDocument/2006/relationships/font" Target="fonts/font4.fntdata"/><Relationship Id="rId33" Type="http://schemas.openxmlformats.org/officeDocument/2006/relationships/font" Target="fonts/font3.fntdata"/><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6_1#1">
  <dgm:title val=""/>
  <dgm:desc val=""/>
  <dgm:catLst>
    <dgm:cat type="accent6" pri="11100"/>
  </dgm:catLst>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1#2">
  <dgm:title val=""/>
  <dgm:desc val=""/>
  <dgm:catLst>
    <dgm:cat type="accent6" pri="11100"/>
  </dgm:catLst>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BE40EF7-4FDB-46DC-AD5C-7AA9927BCDC4}" type="doc">
      <dgm:prSet loTypeId="urn:microsoft.com/office/officeart/2005/8/layout/bProcess3#1" loCatId="process" qsTypeId="urn:microsoft.com/office/officeart/2005/8/quickstyle/simple2#1" qsCatId="simple" csTypeId="urn:microsoft.com/office/officeart/2005/8/colors/accent6_1#1" csCatId="accent1" phldr="false"/>
      <dgm:spPr/>
      <dgm:t>
        <a:bodyPr/>
        <a:lstStyle/>
        <a:p>
          <a:endParaRPr lang="en-US"/>
        </a:p>
      </dgm:t>
    </dgm:pt>
    <dgm:pt modelId="{79A907BE-6A57-46F9-949B-2F83975E5013}">
      <dgm:prSet phldrT="[Text]" phldr="false" custT="false"/>
      <dgm:spPr/>
      <dgm:t>
        <a:bodyPr vert="horz" wrap="square"/>
        <a:lstStyle/>
        <a:p>
          <a:pPr>
            <a:lnSpc>
              <a:spcPct val="100000"/>
            </a:lnSpc>
            <a:spcBef>
              <a:spcPct val="0"/>
            </a:spcBef>
            <a:spcAft>
              <a:spcPct val="35000"/>
            </a:spcAft>
          </a:pPr>
          <a:r>
            <a:rPr lang="en-US" altLang="en-US" cap="all">
              <a:uFillTx/>
            </a:rPr>
            <a:t>Osservazione</a:t>
          </a:r>
        </a:p>
      </dgm:t>
    </dgm:pt>
    <dgm:pt modelId="{27508ADE-09B9-4692-B3B1-997C0A038367}" cxnId="{2C8D89BD-E59B-4414-8B24-7BBA3B03E0DC}" type="parTrans">
      <dgm:prSet/>
      <dgm:spPr/>
      <dgm:t>
        <a:bodyPr/>
        <a:lstStyle/>
        <a:p>
          <a:endParaRPr lang="en-US"/>
        </a:p>
      </dgm:t>
    </dgm:pt>
    <dgm:pt modelId="{6E764295-1C97-4A8A-BB23-8F6587B65D20}" cxnId="{2C8D89BD-E59B-4414-8B24-7BBA3B03E0DC}" type="sibTrans">
      <dgm:prSet/>
      <dgm:spPr/>
      <dgm:t>
        <a:bodyPr/>
        <a:lstStyle/>
        <a:p>
          <a:endParaRPr lang="en-US"/>
        </a:p>
      </dgm:t>
    </dgm:pt>
    <dgm:pt modelId="{047E9EF6-99D9-47D4-8421-7851F36A512F}">
      <dgm:prSet phldrT="[Text]" phldr="false" custT="false"/>
      <dgm:spPr/>
      <dgm:t>
        <a:bodyPr vert="horz" wrap="square"/>
        <a:lstStyle/>
        <a:p>
          <a:pPr>
            <a:lnSpc>
              <a:spcPct val="100000"/>
            </a:lnSpc>
            <a:spcBef>
              <a:spcPct val="0"/>
            </a:spcBef>
            <a:spcAft>
              <a:spcPct val="35000"/>
            </a:spcAft>
          </a:pPr>
          <a:r>
            <a:rPr lang="en-US" altLang="en-US"/>
            <a:t>Individuazione del problema</a:t>
          </a:r>
        </a:p>
      </dgm:t>
    </dgm:pt>
    <dgm:pt modelId="{2AC7BC3F-1829-4928-9FDD-1BD085861192}" cxnId="{EB280F5E-EE85-4BAC-A296-B994C0FFB6A1}" type="parTrans">
      <dgm:prSet/>
      <dgm:spPr/>
      <dgm:t>
        <a:bodyPr/>
        <a:lstStyle/>
        <a:p>
          <a:endParaRPr lang="en-US"/>
        </a:p>
      </dgm:t>
    </dgm:pt>
    <dgm:pt modelId="{B3A60D08-4CF1-4AD3-A554-8DA1472F6362}" cxnId="{EB280F5E-EE85-4BAC-A296-B994C0FFB6A1}" type="sibTrans">
      <dgm:prSet/>
      <dgm:spPr/>
      <dgm:t>
        <a:bodyPr/>
        <a:lstStyle/>
        <a:p>
          <a:endParaRPr lang="en-US"/>
        </a:p>
      </dgm:t>
    </dgm:pt>
    <dgm:pt modelId="{9B99C3CE-0550-4254-B164-BB9424E18E56}">
      <dgm:prSet phldrT="[Text]" phldr="false" custT="false"/>
      <dgm:spPr/>
      <dgm:t>
        <a:bodyPr vert="horz" wrap="square"/>
        <a:lstStyle/>
        <a:p>
          <a:pPr>
            <a:lnSpc>
              <a:spcPct val="100000"/>
            </a:lnSpc>
            <a:spcBef>
              <a:spcPct val="0"/>
            </a:spcBef>
            <a:spcAft>
              <a:spcPct val="35000"/>
            </a:spcAft>
          </a:pPr>
          <a:r>
            <a:rPr lang="en-US" altLang="en-US"/>
            <a:t>Documentazione</a:t>
          </a:r>
        </a:p>
      </dgm:t>
    </dgm:pt>
    <dgm:pt modelId="{CF18C7ED-262E-47EB-A8BC-BC18A4B2756C}" cxnId="{700F5984-0F48-4168-9326-A096CC609B76}" type="parTrans">
      <dgm:prSet/>
      <dgm:spPr/>
      <dgm:t>
        <a:bodyPr/>
        <a:lstStyle/>
        <a:p>
          <a:endParaRPr lang="en-US"/>
        </a:p>
      </dgm:t>
    </dgm:pt>
    <dgm:pt modelId="{C20DFEDB-A5DA-48B1-860C-C64E9FB9889D}" cxnId="{700F5984-0F48-4168-9326-A096CC609B76}" type="sibTrans">
      <dgm:prSet/>
      <dgm:spPr/>
      <dgm:t>
        <a:bodyPr/>
        <a:lstStyle/>
        <a:p>
          <a:endParaRPr lang="en-US"/>
        </a:p>
      </dgm:t>
    </dgm:pt>
    <dgm:pt modelId="{4DBF9FC0-7F11-49D1-A13A-F9EF16035E78}">
      <dgm:prSet phldrT="[Text]" phldr="false" custT="false"/>
      <dgm:spPr/>
      <dgm:t>
        <a:bodyPr vert="horz" wrap="square"/>
        <a:lstStyle/>
        <a:p>
          <a:pPr>
            <a:lnSpc>
              <a:spcPct val="100000"/>
            </a:lnSpc>
            <a:spcBef>
              <a:spcPct val="0"/>
            </a:spcBef>
            <a:spcAft>
              <a:spcPct val="35000"/>
            </a:spcAft>
          </a:pPr>
          <a:r>
            <a:rPr lang="en-US" altLang="en-US"/>
            <a:t>Formulazione dell’ipotesi</a:t>
          </a:r>
        </a:p>
      </dgm:t>
    </dgm:pt>
    <dgm:pt modelId="{716438C4-1259-4C94-B7A8-3756D5685E48}" cxnId="{551AA8AF-4A93-4C7B-9822-042263F60660}" type="parTrans">
      <dgm:prSet/>
      <dgm:spPr/>
      <dgm:t>
        <a:bodyPr/>
        <a:lstStyle/>
        <a:p>
          <a:endParaRPr lang="en-US"/>
        </a:p>
      </dgm:t>
    </dgm:pt>
    <dgm:pt modelId="{627790A7-E5AF-4DEF-9847-DE068ABD657B}" cxnId="{551AA8AF-4A93-4C7B-9822-042263F60660}" type="sibTrans">
      <dgm:prSet/>
      <dgm:spPr/>
      <dgm:t>
        <a:bodyPr/>
        <a:lstStyle/>
        <a:p>
          <a:endParaRPr lang="en-US"/>
        </a:p>
      </dgm:t>
    </dgm:pt>
    <dgm:pt modelId="{3B57DE3A-D0CA-4A4A-A50B-01FBE031AA69}">
      <dgm:prSet phldrT="[Text]" phldr="false" custT="false"/>
      <dgm:spPr/>
      <dgm:t>
        <a:bodyPr vert="horz" wrap="square"/>
        <a:lstStyle/>
        <a:p>
          <a:pPr>
            <a:lnSpc>
              <a:spcPct val="100000"/>
            </a:lnSpc>
            <a:spcBef>
              <a:spcPct val="0"/>
            </a:spcBef>
            <a:spcAft>
              <a:spcPct val="35000"/>
            </a:spcAft>
          </a:pPr>
          <a:r>
            <a:rPr lang="en-US" altLang="en-US"/>
            <a:t>Verifica sperimentale</a:t>
          </a:r>
        </a:p>
      </dgm:t>
    </dgm:pt>
    <dgm:pt modelId="{98FA3677-4FAE-4C5E-B3CE-CF3B6D80F4A1}" cxnId="{849CC6C0-17F5-422D-8068-606495A4D1CE}" type="parTrans">
      <dgm:prSet/>
      <dgm:spPr/>
      <dgm:t>
        <a:bodyPr/>
        <a:lstStyle/>
        <a:p>
          <a:endParaRPr lang="en-US"/>
        </a:p>
      </dgm:t>
    </dgm:pt>
    <dgm:pt modelId="{D4875198-FB6C-46A1-9EC3-6A21426D178B}" cxnId="{849CC6C0-17F5-422D-8068-606495A4D1CE}" type="sibTrans">
      <dgm:prSet/>
      <dgm:spPr/>
      <dgm:t>
        <a:bodyPr/>
        <a:lstStyle/>
        <a:p>
          <a:endParaRPr lang="en-US"/>
        </a:p>
      </dgm:t>
    </dgm:pt>
    <dgm:pt modelId="{35D741BB-77C5-49F1-844D-6D9105C84015}">
      <dgm:prSet phldr="false" custT="false"/>
      <dgm:spPr/>
      <dgm:t>
        <a:bodyPr vert="horz" wrap="square"/>
        <a:lstStyle/>
        <a:p>
          <a:pPr>
            <a:lnSpc>
              <a:spcPct val="100000"/>
            </a:lnSpc>
            <a:spcBef>
              <a:spcPct val="0"/>
            </a:spcBef>
            <a:spcAft>
              <a:spcPct val="35000"/>
            </a:spcAft>
          </a:pPr>
          <a:r>
            <a:rPr lang="en-US"/>
            <a:t>Analisi dei dati</a:t>
          </a:r>
        </a:p>
      </dgm:t>
    </dgm:pt>
    <dgm:pt modelId="{33D4312F-F820-4195-A2D5-6AEA8F459136}" cxnId="{59D37CAD-1177-4C0E-B59E-DFE527BF5D07}" type="parTrans">
      <dgm:prSet/>
      <dgm:spPr/>
    </dgm:pt>
    <dgm:pt modelId="{8AAF24B2-DCD8-49F5-B32A-E5896BB6673B}" cxnId="{59D37CAD-1177-4C0E-B59E-DFE527BF5D07}" type="sibTrans">
      <dgm:prSet/>
      <dgm:spPr/>
      <dgm:t>
        <a:bodyPr/>
        <a:lstStyle/>
        <a:p>
          <a:endParaRPr lang="it-IT"/>
        </a:p>
      </dgm:t>
    </dgm:pt>
    <dgm:pt modelId="{0CBCCB41-4C6E-46D9-9AF7-878DCABCD693}">
      <dgm:prSet phldr="false" custT="false"/>
      <dgm:spPr/>
      <dgm:t>
        <a:bodyPr vert="horz" wrap="square"/>
        <a:lstStyle/>
        <a:p>
          <a:pPr>
            <a:lnSpc>
              <a:spcPct val="100000"/>
            </a:lnSpc>
            <a:spcBef>
              <a:spcPct val="0"/>
            </a:spcBef>
            <a:spcAft>
              <a:spcPct val="35000"/>
            </a:spcAft>
          </a:pPr>
          <a:r>
            <a:rPr lang="en-US"/>
            <a:t>Ipotesi confermata</a:t>
          </a:r>
        </a:p>
      </dgm:t>
    </dgm:pt>
    <dgm:pt modelId="{13CA5603-C15B-4BC2-846F-2A9C570D98EA}" cxnId="{9C14E2BA-FC73-4EB0-AA81-D6579F413EC6}" type="parTrans">
      <dgm:prSet/>
      <dgm:spPr/>
    </dgm:pt>
    <dgm:pt modelId="{21861301-58AD-42B8-B900-8AD351B4E506}" cxnId="{9C14E2BA-FC73-4EB0-AA81-D6579F413EC6}" type="sibTrans">
      <dgm:prSet/>
      <dgm:spPr/>
      <dgm:t>
        <a:bodyPr/>
        <a:lstStyle/>
        <a:p>
          <a:endParaRPr lang="it-IT"/>
        </a:p>
      </dgm:t>
    </dgm:pt>
    <dgm:pt modelId="{B064E4B4-A932-4043-89FB-F01D06BADBCD}">
      <dgm:prSet phldr="false" custT="false"/>
      <dgm:spPr/>
      <dgm:t>
        <a:bodyPr vert="horz" wrap="square"/>
        <a:lstStyle/>
        <a:p>
          <a:pPr>
            <a:lnSpc>
              <a:spcPct val="100000"/>
            </a:lnSpc>
            <a:spcBef>
              <a:spcPct val="0"/>
            </a:spcBef>
            <a:spcAft>
              <a:spcPct val="35000"/>
            </a:spcAft>
          </a:pPr>
          <a:r>
            <a:rPr lang="en-US"/>
            <a:t>Comunicazione dei risultati</a:t>
          </a:r>
        </a:p>
      </dgm:t>
    </dgm:pt>
    <dgm:pt modelId="{E225B113-D57E-4E49-8511-231E27AB1E97}" cxnId="{FD79F4A0-0842-4529-B987-09FE0D371FB4}" type="parTrans">
      <dgm:prSet/>
      <dgm:spPr/>
    </dgm:pt>
    <dgm:pt modelId="{87224BD6-8B6A-4332-8A32-C10B20A8B3FA}" cxnId="{FD79F4A0-0842-4529-B987-09FE0D371FB4}" type="sibTrans">
      <dgm:prSet/>
      <dgm:spPr/>
      <dgm:t>
        <a:bodyPr/>
        <a:lstStyle/>
        <a:p>
          <a:endParaRPr lang="it-IT"/>
        </a:p>
      </dgm:t>
    </dgm:pt>
    <dgm:pt modelId="{E039BAFA-2E94-4454-BD39-E719F745DFD2}">
      <dgm:prSet phldr="false" custT="false"/>
      <dgm:spPr/>
      <dgm:t>
        <a:bodyPr vert="horz" wrap="square"/>
        <a:lstStyle/>
        <a:p>
          <a:pPr>
            <a:lnSpc>
              <a:spcPct val="100000"/>
            </a:lnSpc>
            <a:spcBef>
              <a:spcPct val="0"/>
            </a:spcBef>
            <a:spcAft>
              <a:spcPct val="35000"/>
            </a:spcAft>
          </a:pPr>
          <a:r>
            <a:rPr lang="en-US"/>
            <a:t>Ricerche e verifiche ulteriori</a:t>
          </a:r>
        </a:p>
      </dgm:t>
    </dgm:pt>
    <dgm:pt modelId="{5BAA3B82-568B-45D6-B99E-62F1B6CC7763}" cxnId="{487CF02D-7CE3-4CF6-905F-487292164C86}" type="parTrans">
      <dgm:prSet/>
      <dgm:spPr/>
    </dgm:pt>
    <dgm:pt modelId="{7D58E61C-4C21-4EF8-A4A6-CE9F1EA7F074}" cxnId="{487CF02D-7CE3-4CF6-905F-487292164C86}" type="sibTrans">
      <dgm:prSet/>
      <dgm:spPr/>
      <dgm:t>
        <a:bodyPr/>
        <a:lstStyle/>
        <a:p>
          <a:endParaRPr lang="it-IT"/>
        </a:p>
      </dgm:t>
    </dgm:pt>
    <dgm:pt modelId="{528A2CAA-AD05-47AF-9747-E266F390039B}">
      <dgm:prSet phldr="false" custT="false"/>
      <dgm:spPr/>
      <dgm:t>
        <a:bodyPr vert="horz" wrap="square"/>
        <a:lstStyle/>
        <a:p>
          <a:pPr>
            <a:lnSpc>
              <a:spcPct val="100000"/>
            </a:lnSpc>
            <a:spcBef>
              <a:spcPct val="0"/>
            </a:spcBef>
            <a:spcAft>
              <a:spcPct val="35000"/>
            </a:spcAft>
          </a:pPr>
          <a:r>
            <a:rPr lang="en-US" cap="all">
              <a:uFillTx/>
            </a:rPr>
            <a:t>Formulazione della legge</a:t>
          </a:r>
        </a:p>
      </dgm:t>
    </dgm:pt>
    <dgm:pt modelId="{7BBE736D-581B-4263-A589-6BC58CEB79A4}" cxnId="{3561C6DB-4FEC-454E-BD5A-0CC9C0D9F7CA}" type="parTrans">
      <dgm:prSet/>
      <dgm:spPr/>
    </dgm:pt>
    <dgm:pt modelId="{FF482F08-D34D-4229-B509-0FBCB03C4E9E}" cxnId="{3561C6DB-4FEC-454E-BD5A-0CC9C0D9F7CA}" type="sibTrans">
      <dgm:prSet/>
      <dgm:spPr/>
    </dgm:pt>
    <dgm:pt modelId="{1623B4C5-2499-4637-B07C-6AE8AE2BD718}" type="pres">
      <dgm:prSet presAssocID="{4BE40EF7-4FDB-46DC-AD5C-7AA9927BCDC4}" presName="Name0" presStyleCnt="0">
        <dgm:presLayoutVars>
          <dgm:dir/>
          <dgm:resizeHandles val="exact"/>
        </dgm:presLayoutVars>
      </dgm:prSet>
      <dgm:spPr/>
    </dgm:pt>
    <dgm:pt modelId="{2FBE2C1E-1D94-400F-A227-985D4DA10085}" type="pres">
      <dgm:prSet presAssocID="{79A907BE-6A57-46F9-949B-2F83975E5013}" presName="node" presStyleLbl="node1" presStyleIdx="0" presStyleCnt="10">
        <dgm:presLayoutVars>
          <dgm:bulletEnabled val="true"/>
        </dgm:presLayoutVars>
      </dgm:prSet>
      <dgm:spPr/>
    </dgm:pt>
    <dgm:pt modelId="{9F73252C-5345-45F1-A6FA-69E44781CCB0}" type="pres">
      <dgm:prSet presAssocID="{6E764295-1C97-4A8A-BB23-8F6587B65D20}" presName="sibTrans" presStyleLbl="sibTrans1D1" presStyleIdx="0" presStyleCnt="9"/>
      <dgm:spPr/>
    </dgm:pt>
    <dgm:pt modelId="{0A91809B-8299-4CB8-B3C9-28D901126CE1}" type="pres">
      <dgm:prSet presAssocID="{6E764295-1C97-4A8A-BB23-8F6587B65D20}" presName="connectorText" presStyleLbl="sibTrans1D1" presStyleIdx="0" presStyleCnt="9"/>
      <dgm:spPr/>
    </dgm:pt>
    <dgm:pt modelId="{0482690C-586E-41D6-8B40-4CA7581A9CE9}" type="pres">
      <dgm:prSet presAssocID="{047E9EF6-99D9-47D4-8421-7851F36A512F}" presName="node" presStyleLbl="node1" presStyleIdx="1" presStyleCnt="10">
        <dgm:presLayoutVars>
          <dgm:bulletEnabled val="true"/>
        </dgm:presLayoutVars>
      </dgm:prSet>
      <dgm:spPr/>
    </dgm:pt>
    <dgm:pt modelId="{EBB69596-36AB-40F1-91C5-FC3350A00067}" type="pres">
      <dgm:prSet presAssocID="{B3A60D08-4CF1-4AD3-A554-8DA1472F6362}" presName="sibTrans" presStyleLbl="sibTrans1D1" presStyleIdx="1" presStyleCnt="9"/>
      <dgm:spPr/>
    </dgm:pt>
    <dgm:pt modelId="{9F0FF7A9-40E9-4C02-BFFF-6F0641C2389B}" type="pres">
      <dgm:prSet presAssocID="{B3A60D08-4CF1-4AD3-A554-8DA1472F6362}" presName="connectorText" presStyleLbl="sibTrans1D1" presStyleIdx="1" presStyleCnt="9"/>
      <dgm:spPr/>
    </dgm:pt>
    <dgm:pt modelId="{E5145E43-B450-47CE-B1E5-1482BCF4071D}" type="pres">
      <dgm:prSet presAssocID="{9B99C3CE-0550-4254-B164-BB9424E18E56}" presName="node" presStyleLbl="node1" presStyleIdx="2" presStyleCnt="10">
        <dgm:presLayoutVars>
          <dgm:bulletEnabled val="true"/>
        </dgm:presLayoutVars>
      </dgm:prSet>
      <dgm:spPr/>
    </dgm:pt>
    <dgm:pt modelId="{31F3FE5F-74B2-48F8-89DC-AE29DBB498B0}" type="pres">
      <dgm:prSet presAssocID="{C20DFEDB-A5DA-48B1-860C-C64E9FB9889D}" presName="sibTrans" presStyleLbl="sibTrans1D1" presStyleIdx="2" presStyleCnt="9"/>
      <dgm:spPr/>
    </dgm:pt>
    <dgm:pt modelId="{EF27A438-6BA1-43B2-9139-DBAF3CBBEF89}" type="pres">
      <dgm:prSet presAssocID="{C20DFEDB-A5DA-48B1-860C-C64E9FB9889D}" presName="connectorText" presStyleLbl="sibTrans1D1" presStyleIdx="2" presStyleCnt="9"/>
      <dgm:spPr/>
    </dgm:pt>
    <dgm:pt modelId="{13492D71-E670-42C9-A619-1DE9B5F887F1}" type="pres">
      <dgm:prSet presAssocID="{4DBF9FC0-7F11-49D1-A13A-F9EF16035E78}" presName="node" presStyleLbl="node1" presStyleIdx="3" presStyleCnt="10">
        <dgm:presLayoutVars>
          <dgm:bulletEnabled val="true"/>
        </dgm:presLayoutVars>
      </dgm:prSet>
      <dgm:spPr/>
    </dgm:pt>
    <dgm:pt modelId="{8C52703D-FEAE-4AA9-949F-F5EC21A49406}" type="pres">
      <dgm:prSet presAssocID="{627790A7-E5AF-4DEF-9847-DE068ABD657B}" presName="sibTrans" presStyleLbl="sibTrans1D1" presStyleIdx="3" presStyleCnt="9"/>
      <dgm:spPr/>
    </dgm:pt>
    <dgm:pt modelId="{25682F77-3616-4F0B-8522-3E0CC5E8212D}" type="pres">
      <dgm:prSet presAssocID="{627790A7-E5AF-4DEF-9847-DE068ABD657B}" presName="connectorText" presStyleLbl="sibTrans1D1" presStyleIdx="3" presStyleCnt="9"/>
      <dgm:spPr/>
    </dgm:pt>
    <dgm:pt modelId="{F80816D7-392E-4741-B9A3-C73586F7EC67}" type="pres">
      <dgm:prSet presAssocID="{3B57DE3A-D0CA-4A4A-A50B-01FBE031AA69}" presName="node" presStyleLbl="node1" presStyleIdx="4" presStyleCnt="10">
        <dgm:presLayoutVars>
          <dgm:bulletEnabled val="true"/>
        </dgm:presLayoutVars>
      </dgm:prSet>
      <dgm:spPr/>
    </dgm:pt>
    <dgm:pt modelId="{3D35D559-FC15-4723-8F76-803A74E52A30}" type="pres">
      <dgm:prSet presAssocID="{D4875198-FB6C-46A1-9EC3-6A21426D178B}" presName="sibTrans" presStyleLbl="sibTrans1D1" presStyleIdx="4" presStyleCnt="9"/>
      <dgm:spPr/>
    </dgm:pt>
    <dgm:pt modelId="{3057F46B-8FE8-4F2A-9C39-D9BB70E16CC4}" type="pres">
      <dgm:prSet presAssocID="{D4875198-FB6C-46A1-9EC3-6A21426D178B}" presName="connectorText" presStyleLbl="sibTrans1D1" presStyleIdx="4" presStyleCnt="9"/>
      <dgm:spPr/>
    </dgm:pt>
    <dgm:pt modelId="{FBA0A77B-8352-4C42-B7D5-7C83363A7874}" type="pres">
      <dgm:prSet presAssocID="{35D741BB-77C5-49F1-844D-6D9105C84015}" presName="node" presStyleLbl="node1" presStyleIdx="5" presStyleCnt="10">
        <dgm:presLayoutVars>
          <dgm:bulletEnabled val="true"/>
        </dgm:presLayoutVars>
      </dgm:prSet>
      <dgm:spPr/>
    </dgm:pt>
    <dgm:pt modelId="{AF0F3B5A-6BF1-4C0D-ACE3-FC3229887631}" type="pres">
      <dgm:prSet presAssocID="{8AAF24B2-DCD8-49F5-B32A-E5896BB6673B}" presName="sibTrans" presStyleLbl="sibTrans1D1" presStyleIdx="5" presStyleCnt="9"/>
      <dgm:spPr/>
    </dgm:pt>
    <dgm:pt modelId="{E6FC4B6E-D89F-427D-9D2B-82937C0C44CB}" type="pres">
      <dgm:prSet presAssocID="{8AAF24B2-DCD8-49F5-B32A-E5896BB6673B}" presName="connectorText" presStyleLbl="sibTrans1D1" presStyleIdx="5" presStyleCnt="9"/>
      <dgm:spPr/>
    </dgm:pt>
    <dgm:pt modelId="{073A29C7-3BC3-42A7-AA3F-6B8157543E42}" type="pres">
      <dgm:prSet presAssocID="{0CBCCB41-4C6E-46D9-9AF7-878DCABCD693}" presName="node" presStyleLbl="node1" presStyleIdx="6" presStyleCnt="10">
        <dgm:presLayoutVars>
          <dgm:bulletEnabled val="true"/>
        </dgm:presLayoutVars>
      </dgm:prSet>
      <dgm:spPr/>
    </dgm:pt>
    <dgm:pt modelId="{54CDD26F-E6A2-4870-924B-05FF04E085DB}" type="pres">
      <dgm:prSet presAssocID="{21861301-58AD-42B8-B900-8AD351B4E506}" presName="sibTrans" presStyleLbl="sibTrans1D1" presStyleIdx="6" presStyleCnt="9"/>
      <dgm:spPr/>
    </dgm:pt>
    <dgm:pt modelId="{6C27CAF1-3033-404D-B882-95D8BC58DF2D}" type="pres">
      <dgm:prSet presAssocID="{21861301-58AD-42B8-B900-8AD351B4E506}" presName="connectorText" presStyleLbl="sibTrans1D1" presStyleIdx="6" presStyleCnt="9"/>
      <dgm:spPr/>
    </dgm:pt>
    <dgm:pt modelId="{7B777F2E-D527-4A8C-B26F-6E19ADC1AD96}" type="pres">
      <dgm:prSet presAssocID="{B064E4B4-A932-4043-89FB-F01D06BADBCD}" presName="node" presStyleLbl="node1" presStyleIdx="7" presStyleCnt="10">
        <dgm:presLayoutVars>
          <dgm:bulletEnabled val="true"/>
        </dgm:presLayoutVars>
      </dgm:prSet>
      <dgm:spPr/>
    </dgm:pt>
    <dgm:pt modelId="{2CDEA325-E5C0-43C8-BD90-51BC76F2EA8B}" type="pres">
      <dgm:prSet presAssocID="{87224BD6-8B6A-4332-8A32-C10B20A8B3FA}" presName="sibTrans" presStyleLbl="sibTrans1D1" presStyleIdx="7" presStyleCnt="9"/>
      <dgm:spPr/>
    </dgm:pt>
    <dgm:pt modelId="{8A3BA126-A69D-46AE-BFC5-B9721275CE59}" type="pres">
      <dgm:prSet presAssocID="{87224BD6-8B6A-4332-8A32-C10B20A8B3FA}" presName="connectorText" presStyleLbl="sibTrans1D1" presStyleIdx="7" presStyleCnt="9"/>
      <dgm:spPr/>
    </dgm:pt>
    <dgm:pt modelId="{9A9EA554-7DA0-401D-AEA2-6155D0FA75D9}" type="pres">
      <dgm:prSet presAssocID="{E039BAFA-2E94-4454-BD39-E719F745DFD2}" presName="node" presStyleLbl="node1" presStyleIdx="8" presStyleCnt="10">
        <dgm:presLayoutVars>
          <dgm:bulletEnabled val="true"/>
        </dgm:presLayoutVars>
      </dgm:prSet>
      <dgm:spPr/>
    </dgm:pt>
    <dgm:pt modelId="{87A2B6C2-D221-4807-B0CE-037D50AF34AD}" type="pres">
      <dgm:prSet presAssocID="{7D58E61C-4C21-4EF8-A4A6-CE9F1EA7F074}" presName="sibTrans" presStyleLbl="sibTrans1D1" presStyleIdx="8" presStyleCnt="9"/>
      <dgm:spPr/>
    </dgm:pt>
    <dgm:pt modelId="{3C6AC5CE-4067-41EE-8E93-71E8FDCD9B41}" type="pres">
      <dgm:prSet presAssocID="{7D58E61C-4C21-4EF8-A4A6-CE9F1EA7F074}" presName="connectorText" presStyleLbl="sibTrans1D1" presStyleIdx="8" presStyleCnt="9"/>
      <dgm:spPr/>
    </dgm:pt>
    <dgm:pt modelId="{657023FC-9007-4B07-A54B-73FC1F99DD9A}" type="pres">
      <dgm:prSet presAssocID="{528A2CAA-AD05-47AF-9747-E266F390039B}" presName="node" presStyleLbl="node1" presStyleIdx="9" presStyleCnt="10">
        <dgm:presLayoutVars>
          <dgm:bulletEnabled val="true"/>
        </dgm:presLayoutVars>
      </dgm:prSet>
      <dgm:spPr/>
    </dgm:pt>
  </dgm:ptLst>
  <dgm:cxnLst>
    <dgm:cxn modelId="{24EE8900-F7E1-4CE0-A046-2A1173857C81}" type="presOf" srcId="{7D58E61C-4C21-4EF8-A4A6-CE9F1EA7F074}" destId="{3C6AC5CE-4067-41EE-8E93-71E8FDCD9B41}" srcOrd="1" destOrd="0" presId="urn:microsoft.com/office/officeart/2005/8/layout/bProcess3#1"/>
    <dgm:cxn modelId="{C4FBB814-1062-4C63-99BE-816BF849C5EF}" type="presOf" srcId="{0CBCCB41-4C6E-46D9-9AF7-878DCABCD693}" destId="{073A29C7-3BC3-42A7-AA3F-6B8157543E42}" srcOrd="0" destOrd="0" presId="urn:microsoft.com/office/officeart/2005/8/layout/bProcess3#1"/>
    <dgm:cxn modelId="{0E5E2A16-5F15-4941-B969-D4EC604A2C35}" type="presOf" srcId="{D4875198-FB6C-46A1-9EC3-6A21426D178B}" destId="{3057F46B-8FE8-4F2A-9C39-D9BB70E16CC4}" srcOrd="1" destOrd="0" presId="urn:microsoft.com/office/officeart/2005/8/layout/bProcess3#1"/>
    <dgm:cxn modelId="{D5F55318-2E0C-446E-8899-1D35FDBDFFBE}" type="presOf" srcId="{4DBF9FC0-7F11-49D1-A13A-F9EF16035E78}" destId="{13492D71-E670-42C9-A619-1DE9B5F887F1}" srcOrd="0" destOrd="0" presId="urn:microsoft.com/office/officeart/2005/8/layout/bProcess3#1"/>
    <dgm:cxn modelId="{D759141D-6D4C-43F3-B276-7F7C0F2EE4C4}" type="presOf" srcId="{E039BAFA-2E94-4454-BD39-E719F745DFD2}" destId="{9A9EA554-7DA0-401D-AEA2-6155D0FA75D9}" srcOrd="0" destOrd="0" presId="urn:microsoft.com/office/officeart/2005/8/layout/bProcess3#1"/>
    <dgm:cxn modelId="{8F728125-251E-451D-9ABF-3DF374B158C7}" type="presOf" srcId="{C20DFEDB-A5DA-48B1-860C-C64E9FB9889D}" destId="{EF27A438-6BA1-43B2-9139-DBAF3CBBEF89}" srcOrd="1" destOrd="0" presId="urn:microsoft.com/office/officeart/2005/8/layout/bProcess3#1"/>
    <dgm:cxn modelId="{4CA1D326-A755-4436-9069-875A800FB9AD}" type="presOf" srcId="{D4875198-FB6C-46A1-9EC3-6A21426D178B}" destId="{3D35D559-FC15-4723-8F76-803A74E52A30}" srcOrd="0" destOrd="0" presId="urn:microsoft.com/office/officeart/2005/8/layout/bProcess3#1"/>
    <dgm:cxn modelId="{487CF02D-7CE3-4CF6-905F-487292164C86}" srcId="{4BE40EF7-4FDB-46DC-AD5C-7AA9927BCDC4}" destId="{E039BAFA-2E94-4454-BD39-E719F745DFD2}" srcOrd="8" destOrd="0" parTransId="{5BAA3B82-568B-45D6-B99E-62F1B6CC7763}" sibTransId="{7D58E61C-4C21-4EF8-A4A6-CE9F1EA7F074}"/>
    <dgm:cxn modelId="{275BE831-AD0D-4BD8-BBCE-BFF89971F22E}" type="presOf" srcId="{4BE40EF7-4FDB-46DC-AD5C-7AA9927BCDC4}" destId="{1623B4C5-2499-4637-B07C-6AE8AE2BD718}" srcOrd="0" destOrd="0" presId="urn:microsoft.com/office/officeart/2005/8/layout/bProcess3#1"/>
    <dgm:cxn modelId="{805ED038-C915-42DC-9B25-9F14554B6660}" type="presOf" srcId="{21861301-58AD-42B8-B900-8AD351B4E506}" destId="{6C27CAF1-3033-404D-B882-95D8BC58DF2D}" srcOrd="1" destOrd="0" presId="urn:microsoft.com/office/officeart/2005/8/layout/bProcess3#1"/>
    <dgm:cxn modelId="{39823F3D-D2AD-463E-8E5B-53EE28837663}" type="presOf" srcId="{9B99C3CE-0550-4254-B164-BB9424E18E56}" destId="{E5145E43-B450-47CE-B1E5-1482BCF4071D}" srcOrd="0" destOrd="0" presId="urn:microsoft.com/office/officeart/2005/8/layout/bProcess3#1"/>
    <dgm:cxn modelId="{5CE0EA5C-8F80-475E-A19A-30F5C7ADE0D2}" type="presOf" srcId="{B064E4B4-A932-4043-89FB-F01D06BADBCD}" destId="{7B777F2E-D527-4A8C-B26F-6E19ADC1AD96}" srcOrd="0" destOrd="0" presId="urn:microsoft.com/office/officeart/2005/8/layout/bProcess3#1"/>
    <dgm:cxn modelId="{EB280F5E-EE85-4BAC-A296-B994C0FFB6A1}" srcId="{4BE40EF7-4FDB-46DC-AD5C-7AA9927BCDC4}" destId="{047E9EF6-99D9-47D4-8421-7851F36A512F}" srcOrd="1" destOrd="0" parTransId="{2AC7BC3F-1829-4928-9FDD-1BD085861192}" sibTransId="{B3A60D08-4CF1-4AD3-A554-8DA1472F6362}"/>
    <dgm:cxn modelId="{4ADD6546-C669-432B-94AD-2E021F4DB16C}" type="presOf" srcId="{6E764295-1C97-4A8A-BB23-8F6587B65D20}" destId="{9F73252C-5345-45F1-A6FA-69E44781CCB0}" srcOrd="0" destOrd="0" presId="urn:microsoft.com/office/officeart/2005/8/layout/bProcess3#1"/>
    <dgm:cxn modelId="{4AFC2151-FE04-4DFC-9600-8E34939C55C7}" type="presOf" srcId="{3B57DE3A-D0CA-4A4A-A50B-01FBE031AA69}" destId="{F80816D7-392E-4741-B9A3-C73586F7EC67}" srcOrd="0" destOrd="0" presId="urn:microsoft.com/office/officeart/2005/8/layout/bProcess3#1"/>
    <dgm:cxn modelId="{8C05D957-0722-45B3-8835-50E08251993E}" type="presOf" srcId="{047E9EF6-99D9-47D4-8421-7851F36A512F}" destId="{0482690C-586E-41D6-8B40-4CA7581A9CE9}" srcOrd="0" destOrd="0" presId="urn:microsoft.com/office/officeart/2005/8/layout/bProcess3#1"/>
    <dgm:cxn modelId="{410BC259-748F-41A2-98A4-AFE306ABBF6F}" type="presOf" srcId="{8AAF24B2-DCD8-49F5-B32A-E5896BB6673B}" destId="{E6FC4B6E-D89F-427D-9D2B-82937C0C44CB}" srcOrd="1" destOrd="0" presId="urn:microsoft.com/office/officeart/2005/8/layout/bProcess3#1"/>
    <dgm:cxn modelId="{2FD5BD7E-7501-458F-9465-E525BC15A55B}" type="presOf" srcId="{35D741BB-77C5-49F1-844D-6D9105C84015}" destId="{FBA0A77B-8352-4C42-B7D5-7C83363A7874}" srcOrd="0" destOrd="0" presId="urn:microsoft.com/office/officeart/2005/8/layout/bProcess3#1"/>
    <dgm:cxn modelId="{700F5984-0F48-4168-9326-A096CC609B76}" srcId="{4BE40EF7-4FDB-46DC-AD5C-7AA9927BCDC4}" destId="{9B99C3CE-0550-4254-B164-BB9424E18E56}" srcOrd="2" destOrd="0" parTransId="{CF18C7ED-262E-47EB-A8BC-BC18A4B2756C}" sibTransId="{C20DFEDB-A5DA-48B1-860C-C64E9FB9889D}"/>
    <dgm:cxn modelId="{09D69F85-90AF-4F8C-8881-FE6F9779FB40}" type="presOf" srcId="{C20DFEDB-A5DA-48B1-860C-C64E9FB9889D}" destId="{31F3FE5F-74B2-48F8-89DC-AE29DBB498B0}" srcOrd="0" destOrd="0" presId="urn:microsoft.com/office/officeart/2005/8/layout/bProcess3#1"/>
    <dgm:cxn modelId="{19070686-0F3E-47C8-8783-21B338E22562}" type="presOf" srcId="{627790A7-E5AF-4DEF-9847-DE068ABD657B}" destId="{8C52703D-FEAE-4AA9-949F-F5EC21A49406}" srcOrd="0" destOrd="0" presId="urn:microsoft.com/office/officeart/2005/8/layout/bProcess3#1"/>
    <dgm:cxn modelId="{19272794-FF4C-4BB9-BE32-CDF72C92A4CA}" type="presOf" srcId="{7D58E61C-4C21-4EF8-A4A6-CE9F1EA7F074}" destId="{87A2B6C2-D221-4807-B0CE-037D50AF34AD}" srcOrd="0" destOrd="0" presId="urn:microsoft.com/office/officeart/2005/8/layout/bProcess3#1"/>
    <dgm:cxn modelId="{FD79F4A0-0842-4529-B987-09FE0D371FB4}" srcId="{4BE40EF7-4FDB-46DC-AD5C-7AA9927BCDC4}" destId="{B064E4B4-A932-4043-89FB-F01D06BADBCD}" srcOrd="7" destOrd="0" parTransId="{E225B113-D57E-4E49-8511-231E27AB1E97}" sibTransId="{87224BD6-8B6A-4332-8A32-C10B20A8B3FA}"/>
    <dgm:cxn modelId="{59D37CAD-1177-4C0E-B59E-DFE527BF5D07}" srcId="{4BE40EF7-4FDB-46DC-AD5C-7AA9927BCDC4}" destId="{35D741BB-77C5-49F1-844D-6D9105C84015}" srcOrd="5" destOrd="0" parTransId="{33D4312F-F820-4195-A2D5-6AEA8F459136}" sibTransId="{8AAF24B2-DCD8-49F5-B32A-E5896BB6673B}"/>
    <dgm:cxn modelId="{551AA8AF-4A93-4C7B-9822-042263F60660}" srcId="{4BE40EF7-4FDB-46DC-AD5C-7AA9927BCDC4}" destId="{4DBF9FC0-7F11-49D1-A13A-F9EF16035E78}" srcOrd="3" destOrd="0" parTransId="{716438C4-1259-4C94-B7A8-3756D5685E48}" sibTransId="{627790A7-E5AF-4DEF-9847-DE068ABD657B}"/>
    <dgm:cxn modelId="{9C14E2BA-FC73-4EB0-AA81-D6579F413EC6}" srcId="{4BE40EF7-4FDB-46DC-AD5C-7AA9927BCDC4}" destId="{0CBCCB41-4C6E-46D9-9AF7-878DCABCD693}" srcOrd="6" destOrd="0" parTransId="{13CA5603-C15B-4BC2-846F-2A9C570D98EA}" sibTransId="{21861301-58AD-42B8-B900-8AD351B4E506}"/>
    <dgm:cxn modelId="{2C8D89BD-E59B-4414-8B24-7BBA3B03E0DC}" srcId="{4BE40EF7-4FDB-46DC-AD5C-7AA9927BCDC4}" destId="{79A907BE-6A57-46F9-949B-2F83975E5013}" srcOrd="0" destOrd="0" parTransId="{27508ADE-09B9-4692-B3B1-997C0A038367}" sibTransId="{6E764295-1C97-4A8A-BB23-8F6587B65D20}"/>
    <dgm:cxn modelId="{CE36B8BD-4488-4287-B302-1C306275E4FB}" type="presOf" srcId="{79A907BE-6A57-46F9-949B-2F83975E5013}" destId="{2FBE2C1E-1D94-400F-A227-985D4DA10085}" srcOrd="0" destOrd="0" presId="urn:microsoft.com/office/officeart/2005/8/layout/bProcess3#1"/>
    <dgm:cxn modelId="{849CC6C0-17F5-422D-8068-606495A4D1CE}" srcId="{4BE40EF7-4FDB-46DC-AD5C-7AA9927BCDC4}" destId="{3B57DE3A-D0CA-4A4A-A50B-01FBE031AA69}" srcOrd="4" destOrd="0" parTransId="{98FA3677-4FAE-4C5E-B3CE-CF3B6D80F4A1}" sibTransId="{D4875198-FB6C-46A1-9EC3-6A21426D178B}"/>
    <dgm:cxn modelId="{8D4FC6C9-00A0-4D8F-9ECE-4CBF9EE4200B}" type="presOf" srcId="{B3A60D08-4CF1-4AD3-A554-8DA1472F6362}" destId="{EBB69596-36AB-40F1-91C5-FC3350A00067}" srcOrd="0" destOrd="0" presId="urn:microsoft.com/office/officeart/2005/8/layout/bProcess3#1"/>
    <dgm:cxn modelId="{EC9C81CA-22D3-4FD6-8DA6-B864F4194BBD}" type="presOf" srcId="{528A2CAA-AD05-47AF-9747-E266F390039B}" destId="{657023FC-9007-4B07-A54B-73FC1F99DD9A}" srcOrd="0" destOrd="0" presId="urn:microsoft.com/office/officeart/2005/8/layout/bProcess3#1"/>
    <dgm:cxn modelId="{6CE064D4-4D53-45B0-A150-D62A91458C49}" type="presOf" srcId="{627790A7-E5AF-4DEF-9847-DE068ABD657B}" destId="{25682F77-3616-4F0B-8522-3E0CC5E8212D}" srcOrd="1" destOrd="0" presId="urn:microsoft.com/office/officeart/2005/8/layout/bProcess3#1"/>
    <dgm:cxn modelId="{3F274FD5-572F-4A2D-AD6E-AA5FD91FB34D}" type="presOf" srcId="{87224BD6-8B6A-4332-8A32-C10B20A8B3FA}" destId="{8A3BA126-A69D-46AE-BFC5-B9721275CE59}" srcOrd="1" destOrd="0" presId="urn:microsoft.com/office/officeart/2005/8/layout/bProcess3#1"/>
    <dgm:cxn modelId="{E8D4AFD7-59E8-4760-8A5A-47174F74A17A}" type="presOf" srcId="{6E764295-1C97-4A8A-BB23-8F6587B65D20}" destId="{0A91809B-8299-4CB8-B3C9-28D901126CE1}" srcOrd="1" destOrd="0" presId="urn:microsoft.com/office/officeart/2005/8/layout/bProcess3#1"/>
    <dgm:cxn modelId="{A5FE5CDA-2994-4E42-8BC1-DB71E3E71203}" type="presOf" srcId="{8AAF24B2-DCD8-49F5-B32A-E5896BB6673B}" destId="{AF0F3B5A-6BF1-4C0D-ACE3-FC3229887631}" srcOrd="0" destOrd="0" presId="urn:microsoft.com/office/officeart/2005/8/layout/bProcess3#1"/>
    <dgm:cxn modelId="{3561C6DB-4FEC-454E-BD5A-0CC9C0D9F7CA}" srcId="{4BE40EF7-4FDB-46DC-AD5C-7AA9927BCDC4}" destId="{528A2CAA-AD05-47AF-9747-E266F390039B}" srcOrd="9" destOrd="0" parTransId="{7BBE736D-581B-4263-A589-6BC58CEB79A4}" sibTransId="{FF482F08-D34D-4229-B509-0FBCB03C4E9E}"/>
    <dgm:cxn modelId="{7B3C4FEB-C224-4B65-8867-7C63BFDB5CEE}" type="presOf" srcId="{21861301-58AD-42B8-B900-8AD351B4E506}" destId="{54CDD26F-E6A2-4870-924B-05FF04E085DB}" srcOrd="0" destOrd="0" presId="urn:microsoft.com/office/officeart/2005/8/layout/bProcess3#1"/>
    <dgm:cxn modelId="{2B8263EF-912E-4EC7-9ABD-ADBCE3CE9825}" type="presOf" srcId="{B3A60D08-4CF1-4AD3-A554-8DA1472F6362}" destId="{9F0FF7A9-40E9-4C02-BFFF-6F0641C2389B}" srcOrd="1" destOrd="0" presId="urn:microsoft.com/office/officeart/2005/8/layout/bProcess3#1"/>
    <dgm:cxn modelId="{DB8873F5-DCAE-4434-BCE6-0764A560A3C0}" type="presOf" srcId="{87224BD6-8B6A-4332-8A32-C10B20A8B3FA}" destId="{2CDEA325-E5C0-43C8-BD90-51BC76F2EA8B}" srcOrd="0" destOrd="0" presId="urn:microsoft.com/office/officeart/2005/8/layout/bProcess3#1"/>
    <dgm:cxn modelId="{89A2C3B8-0EF8-41F0-A849-5A9ACBD509E5}" type="presParOf" srcId="{1623B4C5-2499-4637-B07C-6AE8AE2BD718}" destId="{2FBE2C1E-1D94-400F-A227-985D4DA10085}" srcOrd="0" destOrd="0" presId="urn:microsoft.com/office/officeart/2005/8/layout/bProcess3#1"/>
    <dgm:cxn modelId="{D3622E04-DE8F-4C52-BAED-DCDE54672384}" type="presParOf" srcId="{1623B4C5-2499-4637-B07C-6AE8AE2BD718}" destId="{9F73252C-5345-45F1-A6FA-69E44781CCB0}" srcOrd="1" destOrd="0" presId="urn:microsoft.com/office/officeart/2005/8/layout/bProcess3#1"/>
    <dgm:cxn modelId="{F312C004-29EC-4356-921E-6906D26EF097}" type="presParOf" srcId="{9F73252C-5345-45F1-A6FA-69E44781CCB0}" destId="{0A91809B-8299-4CB8-B3C9-28D901126CE1}" srcOrd="0" destOrd="0" presId="urn:microsoft.com/office/officeart/2005/8/layout/bProcess3#1"/>
    <dgm:cxn modelId="{FCEBE120-A4D8-4D3A-957B-AF623FF54AF1}" type="presParOf" srcId="{1623B4C5-2499-4637-B07C-6AE8AE2BD718}" destId="{0482690C-586E-41D6-8B40-4CA7581A9CE9}" srcOrd="2" destOrd="0" presId="urn:microsoft.com/office/officeart/2005/8/layout/bProcess3#1"/>
    <dgm:cxn modelId="{435AAAC1-70B6-4E86-9F89-92198429539E}" type="presParOf" srcId="{1623B4C5-2499-4637-B07C-6AE8AE2BD718}" destId="{EBB69596-36AB-40F1-91C5-FC3350A00067}" srcOrd="3" destOrd="0" presId="urn:microsoft.com/office/officeart/2005/8/layout/bProcess3#1"/>
    <dgm:cxn modelId="{E38CC75D-23BC-4EE3-9262-38ED585B7C78}" type="presParOf" srcId="{EBB69596-36AB-40F1-91C5-FC3350A00067}" destId="{9F0FF7A9-40E9-4C02-BFFF-6F0641C2389B}" srcOrd="0" destOrd="0" presId="urn:microsoft.com/office/officeart/2005/8/layout/bProcess3#1"/>
    <dgm:cxn modelId="{AC712006-3D0E-460A-B6A6-DE6BF79F35CE}" type="presParOf" srcId="{1623B4C5-2499-4637-B07C-6AE8AE2BD718}" destId="{E5145E43-B450-47CE-B1E5-1482BCF4071D}" srcOrd="4" destOrd="0" presId="urn:microsoft.com/office/officeart/2005/8/layout/bProcess3#1"/>
    <dgm:cxn modelId="{B7D202CF-9994-4994-9FF3-627F791355AE}" type="presParOf" srcId="{1623B4C5-2499-4637-B07C-6AE8AE2BD718}" destId="{31F3FE5F-74B2-48F8-89DC-AE29DBB498B0}" srcOrd="5" destOrd="0" presId="urn:microsoft.com/office/officeart/2005/8/layout/bProcess3#1"/>
    <dgm:cxn modelId="{B466427A-F3D2-4CFE-A603-C69FE608714A}" type="presParOf" srcId="{31F3FE5F-74B2-48F8-89DC-AE29DBB498B0}" destId="{EF27A438-6BA1-43B2-9139-DBAF3CBBEF89}" srcOrd="0" destOrd="0" presId="urn:microsoft.com/office/officeart/2005/8/layout/bProcess3#1"/>
    <dgm:cxn modelId="{555229DB-4665-4F95-80F4-87E868E2091C}" type="presParOf" srcId="{1623B4C5-2499-4637-B07C-6AE8AE2BD718}" destId="{13492D71-E670-42C9-A619-1DE9B5F887F1}" srcOrd="6" destOrd="0" presId="urn:microsoft.com/office/officeart/2005/8/layout/bProcess3#1"/>
    <dgm:cxn modelId="{F642FC9B-6E62-48EB-A9B4-64E69661D573}" type="presParOf" srcId="{1623B4C5-2499-4637-B07C-6AE8AE2BD718}" destId="{8C52703D-FEAE-4AA9-949F-F5EC21A49406}" srcOrd="7" destOrd="0" presId="urn:microsoft.com/office/officeart/2005/8/layout/bProcess3#1"/>
    <dgm:cxn modelId="{CD50920F-BF2A-4465-93F0-9D807A00168D}" type="presParOf" srcId="{8C52703D-FEAE-4AA9-949F-F5EC21A49406}" destId="{25682F77-3616-4F0B-8522-3E0CC5E8212D}" srcOrd="0" destOrd="0" presId="urn:microsoft.com/office/officeart/2005/8/layout/bProcess3#1"/>
    <dgm:cxn modelId="{C63C638C-2609-45A5-A26F-B83E9649CBAD}" type="presParOf" srcId="{1623B4C5-2499-4637-B07C-6AE8AE2BD718}" destId="{F80816D7-392E-4741-B9A3-C73586F7EC67}" srcOrd="8" destOrd="0" presId="urn:microsoft.com/office/officeart/2005/8/layout/bProcess3#1"/>
    <dgm:cxn modelId="{197D898F-83C6-4262-9016-E4D768691EFD}" type="presParOf" srcId="{1623B4C5-2499-4637-B07C-6AE8AE2BD718}" destId="{3D35D559-FC15-4723-8F76-803A74E52A30}" srcOrd="9" destOrd="0" presId="urn:microsoft.com/office/officeart/2005/8/layout/bProcess3#1"/>
    <dgm:cxn modelId="{01EAAE6B-010C-4248-96E5-585903777B0C}" type="presParOf" srcId="{3D35D559-FC15-4723-8F76-803A74E52A30}" destId="{3057F46B-8FE8-4F2A-9C39-D9BB70E16CC4}" srcOrd="0" destOrd="0" presId="urn:microsoft.com/office/officeart/2005/8/layout/bProcess3#1"/>
    <dgm:cxn modelId="{BA61D0F6-DFCB-468C-9ADA-4DE01118676E}" type="presParOf" srcId="{1623B4C5-2499-4637-B07C-6AE8AE2BD718}" destId="{FBA0A77B-8352-4C42-B7D5-7C83363A7874}" srcOrd="10" destOrd="0" presId="urn:microsoft.com/office/officeart/2005/8/layout/bProcess3#1"/>
    <dgm:cxn modelId="{FD222D49-F787-4BD1-91F8-4E7EF8D2C09D}" type="presParOf" srcId="{1623B4C5-2499-4637-B07C-6AE8AE2BD718}" destId="{AF0F3B5A-6BF1-4C0D-ACE3-FC3229887631}" srcOrd="11" destOrd="0" presId="urn:microsoft.com/office/officeart/2005/8/layout/bProcess3#1"/>
    <dgm:cxn modelId="{9CDD7A2D-D4E7-4864-A869-DD12D362CA88}" type="presParOf" srcId="{AF0F3B5A-6BF1-4C0D-ACE3-FC3229887631}" destId="{E6FC4B6E-D89F-427D-9D2B-82937C0C44CB}" srcOrd="0" destOrd="0" presId="urn:microsoft.com/office/officeart/2005/8/layout/bProcess3#1"/>
    <dgm:cxn modelId="{4FCC9209-CB61-45C5-863D-402A8E886651}" type="presParOf" srcId="{1623B4C5-2499-4637-B07C-6AE8AE2BD718}" destId="{073A29C7-3BC3-42A7-AA3F-6B8157543E42}" srcOrd="12" destOrd="0" presId="urn:microsoft.com/office/officeart/2005/8/layout/bProcess3#1"/>
    <dgm:cxn modelId="{AEFED1F5-2C9F-407F-A86A-0B97A93249C1}" type="presParOf" srcId="{1623B4C5-2499-4637-B07C-6AE8AE2BD718}" destId="{54CDD26F-E6A2-4870-924B-05FF04E085DB}" srcOrd="13" destOrd="0" presId="urn:microsoft.com/office/officeart/2005/8/layout/bProcess3#1"/>
    <dgm:cxn modelId="{965D9B72-8F1A-49B9-874A-EFB8CCF0AEDE}" type="presParOf" srcId="{54CDD26F-E6A2-4870-924B-05FF04E085DB}" destId="{6C27CAF1-3033-404D-B882-95D8BC58DF2D}" srcOrd="0" destOrd="0" presId="urn:microsoft.com/office/officeart/2005/8/layout/bProcess3#1"/>
    <dgm:cxn modelId="{609E57E2-7285-4750-862B-E51F67A6D8B8}" type="presParOf" srcId="{1623B4C5-2499-4637-B07C-6AE8AE2BD718}" destId="{7B777F2E-D527-4A8C-B26F-6E19ADC1AD96}" srcOrd="14" destOrd="0" presId="urn:microsoft.com/office/officeart/2005/8/layout/bProcess3#1"/>
    <dgm:cxn modelId="{F6DDD4B0-F0BC-454A-A71E-9B2F5B68970C}" type="presParOf" srcId="{1623B4C5-2499-4637-B07C-6AE8AE2BD718}" destId="{2CDEA325-E5C0-43C8-BD90-51BC76F2EA8B}" srcOrd="15" destOrd="0" presId="urn:microsoft.com/office/officeart/2005/8/layout/bProcess3#1"/>
    <dgm:cxn modelId="{BBF74B16-8E8E-4EDB-A110-5C37E8213198}" type="presParOf" srcId="{2CDEA325-E5C0-43C8-BD90-51BC76F2EA8B}" destId="{8A3BA126-A69D-46AE-BFC5-B9721275CE59}" srcOrd="0" destOrd="0" presId="urn:microsoft.com/office/officeart/2005/8/layout/bProcess3#1"/>
    <dgm:cxn modelId="{840E4C28-7076-43E9-9AD6-6ABD4E36864A}" type="presParOf" srcId="{1623B4C5-2499-4637-B07C-6AE8AE2BD718}" destId="{9A9EA554-7DA0-401D-AEA2-6155D0FA75D9}" srcOrd="16" destOrd="0" presId="urn:microsoft.com/office/officeart/2005/8/layout/bProcess3#1"/>
    <dgm:cxn modelId="{CA0EF945-768A-4DE1-B8BE-D7A46E8BDE6C}" type="presParOf" srcId="{1623B4C5-2499-4637-B07C-6AE8AE2BD718}" destId="{87A2B6C2-D221-4807-B0CE-037D50AF34AD}" srcOrd="17" destOrd="0" presId="urn:microsoft.com/office/officeart/2005/8/layout/bProcess3#1"/>
    <dgm:cxn modelId="{133B0E84-8899-45BC-B4D5-A98A565E846D}" type="presParOf" srcId="{87A2B6C2-D221-4807-B0CE-037D50AF34AD}" destId="{3C6AC5CE-4067-41EE-8E93-71E8FDCD9B41}" srcOrd="0" destOrd="0" presId="urn:microsoft.com/office/officeart/2005/8/layout/bProcess3#1"/>
    <dgm:cxn modelId="{D75DEAB8-4EB5-40E6-98BA-6E4D947D7433}" type="presParOf" srcId="{1623B4C5-2499-4637-B07C-6AE8AE2BD718}" destId="{657023FC-9007-4B07-A54B-73FC1F99DD9A}" srcOrd="18" destOrd="0" presId="urn:microsoft.com/office/officeart/2005/8/layout/bProcess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E40EF7-4FDB-46DC-AD5C-7AA9927BCDC4}" type="doc">
      <dgm:prSet loTypeId="urn:microsoft.com/office/officeart/2005/8/layout/bProcess3#2" loCatId="process" qsTypeId="urn:microsoft.com/office/officeart/2005/8/quickstyle/simple1#1" qsCatId="simple" csTypeId="urn:microsoft.com/office/officeart/2005/8/colors/accent6_1#2" csCatId="accent1" phldr="false"/>
      <dgm:spPr/>
      <dgm:t>
        <a:bodyPr/>
        <a:lstStyle/>
        <a:p>
          <a:endParaRPr lang="en-US"/>
        </a:p>
      </dgm:t>
    </dgm:pt>
    <dgm:pt modelId="{79A907BE-6A57-46F9-949B-2F83975E5013}">
      <dgm:prSet phldrT="[Text]" phldr="false" custT="false"/>
      <dgm:spPr/>
      <dgm:t>
        <a:bodyPr vert="horz" wrap="square"/>
        <a:lstStyle/>
        <a:p>
          <a:pPr>
            <a:lnSpc>
              <a:spcPct val="100000"/>
            </a:lnSpc>
            <a:spcBef>
              <a:spcPct val="0"/>
            </a:spcBef>
            <a:spcAft>
              <a:spcPct val="35000"/>
            </a:spcAft>
          </a:pPr>
          <a:r>
            <a:rPr lang="en-US" altLang="en-US"/>
            <a:t>Equazioni di Maxwell</a:t>
          </a:r>
        </a:p>
      </dgm:t>
    </dgm:pt>
    <dgm:pt modelId="{27508ADE-09B9-4692-B3B1-997C0A038367}" cxnId="{3E04517F-4CCA-45B4-BA26-C64F2A5217E2}" type="parTrans">
      <dgm:prSet/>
      <dgm:spPr/>
      <dgm:t>
        <a:bodyPr/>
        <a:lstStyle/>
        <a:p>
          <a:endParaRPr lang="en-US"/>
        </a:p>
      </dgm:t>
    </dgm:pt>
    <dgm:pt modelId="{6E764295-1C97-4A8A-BB23-8F6587B65D20}" cxnId="{3E04517F-4CCA-45B4-BA26-C64F2A5217E2}" type="sibTrans">
      <dgm:prSet/>
      <dgm:spPr/>
      <dgm:t>
        <a:bodyPr/>
        <a:lstStyle/>
        <a:p>
          <a:endParaRPr lang="en-US"/>
        </a:p>
      </dgm:t>
    </dgm:pt>
    <dgm:pt modelId="{047E9EF6-99D9-47D4-8421-7851F36A512F}">
      <dgm:prSet phldrT="[Text]" phldr="false" custT="false"/>
      <dgm:spPr/>
      <dgm:t>
        <a:bodyPr vert="horz" wrap="square"/>
        <a:lstStyle/>
        <a:p>
          <a:pPr>
            <a:lnSpc>
              <a:spcPct val="100000"/>
            </a:lnSpc>
            <a:spcBef>
              <a:spcPct val="0"/>
            </a:spcBef>
            <a:spcAft>
              <a:spcPct val="35000"/>
            </a:spcAft>
          </a:pPr>
          <a:r>
            <a:rPr lang="en-US" altLang="en-US"/>
            <a:t>Luce come un’onda elettromagnetica</a:t>
          </a:r>
        </a:p>
      </dgm:t>
    </dgm:pt>
    <dgm:pt modelId="{2AC7BC3F-1829-4928-9FDD-1BD085861192}" cxnId="{A869E654-08BE-4467-852D-D78FD200EE8A}" type="parTrans">
      <dgm:prSet/>
      <dgm:spPr/>
      <dgm:t>
        <a:bodyPr/>
        <a:lstStyle/>
        <a:p>
          <a:endParaRPr lang="en-US"/>
        </a:p>
      </dgm:t>
    </dgm:pt>
    <dgm:pt modelId="{B3A60D08-4CF1-4AD3-A554-8DA1472F6362}" cxnId="{A869E654-08BE-4467-852D-D78FD200EE8A}" type="sibTrans">
      <dgm:prSet/>
      <dgm:spPr/>
      <dgm:t>
        <a:bodyPr/>
        <a:lstStyle/>
        <a:p>
          <a:endParaRPr lang="en-US"/>
        </a:p>
      </dgm:t>
    </dgm:pt>
    <dgm:pt modelId="{9B99C3CE-0550-4254-B164-BB9424E18E56}">
      <dgm:prSet phldrT="[Text]" phldr="false" custT="false"/>
      <dgm:spPr/>
      <dgm:t>
        <a:bodyPr vert="horz" wrap="square"/>
        <a:lstStyle/>
        <a:p>
          <a:pPr>
            <a:lnSpc>
              <a:spcPct val="100000"/>
            </a:lnSpc>
            <a:spcBef>
              <a:spcPct val="0"/>
            </a:spcBef>
            <a:spcAft>
              <a:spcPct val="35000"/>
            </a:spcAft>
          </a:pPr>
          <a:r>
            <a:rPr lang="en-US" altLang="en-US"/>
            <a:t>La luce si progaga nel vuoto con una velocità costante</a:t>
          </a:r>
        </a:p>
      </dgm:t>
    </dgm:pt>
    <dgm:pt modelId="{CF18C7ED-262E-47EB-A8BC-BC18A4B2756C}" cxnId="{339D1938-DD80-4606-A117-C70749A903AE}" type="parTrans">
      <dgm:prSet/>
      <dgm:spPr/>
      <dgm:t>
        <a:bodyPr/>
        <a:lstStyle/>
        <a:p>
          <a:endParaRPr lang="en-US"/>
        </a:p>
      </dgm:t>
    </dgm:pt>
    <dgm:pt modelId="{C20DFEDB-A5DA-48B1-860C-C64E9FB9889D}" cxnId="{339D1938-DD80-4606-A117-C70749A903AE}" type="sibTrans">
      <dgm:prSet/>
      <dgm:spPr/>
      <dgm:t>
        <a:bodyPr/>
        <a:lstStyle/>
        <a:p>
          <a:endParaRPr lang="en-US"/>
        </a:p>
      </dgm:t>
    </dgm:pt>
    <dgm:pt modelId="{1623B4C5-2499-4637-B07C-6AE8AE2BD718}" type="pres">
      <dgm:prSet presAssocID="{4BE40EF7-4FDB-46DC-AD5C-7AA9927BCDC4}" presName="Name0" presStyleCnt="0">
        <dgm:presLayoutVars>
          <dgm:dir/>
          <dgm:resizeHandles val="exact"/>
        </dgm:presLayoutVars>
      </dgm:prSet>
      <dgm:spPr/>
    </dgm:pt>
    <dgm:pt modelId="{2FBE2C1E-1D94-400F-A227-985D4DA10085}" type="pres">
      <dgm:prSet presAssocID="{79A907BE-6A57-46F9-949B-2F83975E5013}" presName="node" presStyleLbl="node1" presStyleIdx="0" presStyleCnt="3">
        <dgm:presLayoutVars>
          <dgm:bulletEnabled val="true"/>
        </dgm:presLayoutVars>
      </dgm:prSet>
      <dgm:spPr/>
    </dgm:pt>
    <dgm:pt modelId="{9F73252C-5345-45F1-A6FA-69E44781CCB0}" type="pres">
      <dgm:prSet presAssocID="{6E764295-1C97-4A8A-BB23-8F6587B65D20}" presName="sibTrans" presStyleLbl="sibTrans1D1" presStyleIdx="0" presStyleCnt="2"/>
      <dgm:spPr/>
    </dgm:pt>
    <dgm:pt modelId="{0A91809B-8299-4CB8-B3C9-28D901126CE1}" type="pres">
      <dgm:prSet presAssocID="{6E764295-1C97-4A8A-BB23-8F6587B65D20}" presName="connectorText" presStyleLbl="sibTrans1D1" presStyleIdx="0" presStyleCnt="2"/>
      <dgm:spPr/>
    </dgm:pt>
    <dgm:pt modelId="{0482690C-586E-41D6-8B40-4CA7581A9CE9}" type="pres">
      <dgm:prSet presAssocID="{047E9EF6-99D9-47D4-8421-7851F36A512F}" presName="node" presStyleLbl="node1" presStyleIdx="1" presStyleCnt="3">
        <dgm:presLayoutVars>
          <dgm:bulletEnabled val="true"/>
        </dgm:presLayoutVars>
      </dgm:prSet>
      <dgm:spPr/>
    </dgm:pt>
    <dgm:pt modelId="{EBB69596-36AB-40F1-91C5-FC3350A00067}" type="pres">
      <dgm:prSet presAssocID="{B3A60D08-4CF1-4AD3-A554-8DA1472F6362}" presName="sibTrans" presStyleLbl="sibTrans1D1" presStyleIdx="1" presStyleCnt="2"/>
      <dgm:spPr/>
    </dgm:pt>
    <dgm:pt modelId="{9F0FF7A9-40E9-4C02-BFFF-6F0641C2389B}" type="pres">
      <dgm:prSet presAssocID="{B3A60D08-4CF1-4AD3-A554-8DA1472F6362}" presName="connectorText" presStyleLbl="sibTrans1D1" presStyleIdx="1" presStyleCnt="2"/>
      <dgm:spPr/>
    </dgm:pt>
    <dgm:pt modelId="{E5145E43-B450-47CE-B1E5-1482BCF4071D}" type="pres">
      <dgm:prSet presAssocID="{9B99C3CE-0550-4254-B164-BB9424E18E56}" presName="node" presStyleLbl="node1" presStyleIdx="2" presStyleCnt="3">
        <dgm:presLayoutVars>
          <dgm:bulletEnabled val="true"/>
        </dgm:presLayoutVars>
      </dgm:prSet>
      <dgm:spPr/>
    </dgm:pt>
  </dgm:ptLst>
  <dgm:cxnLst>
    <dgm:cxn modelId="{8A1BCE22-4079-4894-A854-4302E23FE7A6}" type="presOf" srcId="{6E764295-1C97-4A8A-BB23-8F6587B65D20}" destId="{0A91809B-8299-4CB8-B3C9-28D901126CE1}" srcOrd="1" destOrd="0" presId="urn:microsoft.com/office/officeart/2005/8/layout/bProcess3#2"/>
    <dgm:cxn modelId="{9651A537-ACD1-4B91-8663-E01EB6810350}" type="presOf" srcId="{6E764295-1C97-4A8A-BB23-8F6587B65D20}" destId="{9F73252C-5345-45F1-A6FA-69E44781CCB0}" srcOrd="0" destOrd="0" presId="urn:microsoft.com/office/officeart/2005/8/layout/bProcess3#2"/>
    <dgm:cxn modelId="{339D1938-DD80-4606-A117-C70749A903AE}" srcId="{4BE40EF7-4FDB-46DC-AD5C-7AA9927BCDC4}" destId="{9B99C3CE-0550-4254-B164-BB9424E18E56}" srcOrd="2" destOrd="0" parTransId="{CF18C7ED-262E-47EB-A8BC-BC18A4B2756C}" sibTransId="{C20DFEDB-A5DA-48B1-860C-C64E9FB9889D}"/>
    <dgm:cxn modelId="{E25B4E4E-FFA6-47B4-8CAE-F5B42A494C6F}" type="presOf" srcId="{79A907BE-6A57-46F9-949B-2F83975E5013}" destId="{2FBE2C1E-1D94-400F-A227-985D4DA10085}" srcOrd="0" destOrd="0" presId="urn:microsoft.com/office/officeart/2005/8/layout/bProcess3#2"/>
    <dgm:cxn modelId="{A869E654-08BE-4467-852D-D78FD200EE8A}" srcId="{4BE40EF7-4FDB-46DC-AD5C-7AA9927BCDC4}" destId="{047E9EF6-99D9-47D4-8421-7851F36A512F}" srcOrd="1" destOrd="0" parTransId="{2AC7BC3F-1829-4928-9FDD-1BD085861192}" sibTransId="{B3A60D08-4CF1-4AD3-A554-8DA1472F6362}"/>
    <dgm:cxn modelId="{3E04517F-4CCA-45B4-BA26-C64F2A5217E2}" srcId="{4BE40EF7-4FDB-46DC-AD5C-7AA9927BCDC4}" destId="{79A907BE-6A57-46F9-949B-2F83975E5013}" srcOrd="0" destOrd="0" parTransId="{27508ADE-09B9-4692-B3B1-997C0A038367}" sibTransId="{6E764295-1C97-4A8A-BB23-8F6587B65D20}"/>
    <dgm:cxn modelId="{2E736A9B-C190-414B-97ED-612E4F7387B8}" type="presOf" srcId="{4BE40EF7-4FDB-46DC-AD5C-7AA9927BCDC4}" destId="{1623B4C5-2499-4637-B07C-6AE8AE2BD718}" srcOrd="0" destOrd="0" presId="urn:microsoft.com/office/officeart/2005/8/layout/bProcess3#2"/>
    <dgm:cxn modelId="{786567B4-6EDB-4791-A4A4-05339D0CF3D3}" type="presOf" srcId="{9B99C3CE-0550-4254-B164-BB9424E18E56}" destId="{E5145E43-B450-47CE-B1E5-1482BCF4071D}" srcOrd="0" destOrd="0" presId="urn:microsoft.com/office/officeart/2005/8/layout/bProcess3#2"/>
    <dgm:cxn modelId="{B5B802B5-7837-4A57-81BD-300F61066D03}" type="presOf" srcId="{047E9EF6-99D9-47D4-8421-7851F36A512F}" destId="{0482690C-586E-41D6-8B40-4CA7581A9CE9}" srcOrd="0" destOrd="0" presId="urn:microsoft.com/office/officeart/2005/8/layout/bProcess3#2"/>
    <dgm:cxn modelId="{CF50E1B8-0FFA-4878-8C20-28962448E2C1}" type="presOf" srcId="{B3A60D08-4CF1-4AD3-A554-8DA1472F6362}" destId="{9F0FF7A9-40E9-4C02-BFFF-6F0641C2389B}" srcOrd="1" destOrd="0" presId="urn:microsoft.com/office/officeart/2005/8/layout/bProcess3#2"/>
    <dgm:cxn modelId="{42BD93D2-FED3-46F8-BE1B-3B708B404322}" type="presOf" srcId="{B3A60D08-4CF1-4AD3-A554-8DA1472F6362}" destId="{EBB69596-36AB-40F1-91C5-FC3350A00067}" srcOrd="0" destOrd="0" presId="urn:microsoft.com/office/officeart/2005/8/layout/bProcess3#2"/>
    <dgm:cxn modelId="{EED53480-30FF-4392-91ED-713B816CEEEF}" type="presParOf" srcId="{1623B4C5-2499-4637-B07C-6AE8AE2BD718}" destId="{2FBE2C1E-1D94-400F-A227-985D4DA10085}" srcOrd="0" destOrd="0" presId="urn:microsoft.com/office/officeart/2005/8/layout/bProcess3#2"/>
    <dgm:cxn modelId="{C7D117B1-71D6-48F3-8DB0-6DEC247DDE14}" type="presParOf" srcId="{1623B4C5-2499-4637-B07C-6AE8AE2BD718}" destId="{9F73252C-5345-45F1-A6FA-69E44781CCB0}" srcOrd="1" destOrd="0" presId="urn:microsoft.com/office/officeart/2005/8/layout/bProcess3#2"/>
    <dgm:cxn modelId="{88897796-C938-4006-92C0-1839746CB780}" type="presParOf" srcId="{9F73252C-5345-45F1-A6FA-69E44781CCB0}" destId="{0A91809B-8299-4CB8-B3C9-28D901126CE1}" srcOrd="0" destOrd="0" presId="urn:microsoft.com/office/officeart/2005/8/layout/bProcess3#2"/>
    <dgm:cxn modelId="{1EBE7C85-2067-4AAC-8ED6-92FD4C25D6C8}" type="presParOf" srcId="{1623B4C5-2499-4637-B07C-6AE8AE2BD718}" destId="{0482690C-586E-41D6-8B40-4CA7581A9CE9}" srcOrd="2" destOrd="0" presId="urn:microsoft.com/office/officeart/2005/8/layout/bProcess3#2"/>
    <dgm:cxn modelId="{C6163C38-039D-48CA-BB82-0DC6CA032768}" type="presParOf" srcId="{1623B4C5-2499-4637-B07C-6AE8AE2BD718}" destId="{EBB69596-36AB-40F1-91C5-FC3350A00067}" srcOrd="3" destOrd="0" presId="urn:microsoft.com/office/officeart/2005/8/layout/bProcess3#2"/>
    <dgm:cxn modelId="{9EAA4AA2-4B10-4B68-AA0D-CCA60CD84833}" type="presParOf" srcId="{EBB69596-36AB-40F1-91C5-FC3350A00067}" destId="{9F0FF7A9-40E9-4C02-BFFF-6F0641C2389B}" srcOrd="0" destOrd="0" presId="urn:microsoft.com/office/officeart/2005/8/layout/bProcess3#2"/>
    <dgm:cxn modelId="{C4303A23-76CE-4514-A095-0F3182181C91}" type="presParOf" srcId="{1623B4C5-2499-4637-B07C-6AE8AE2BD718}" destId="{E5145E43-B450-47CE-B1E5-1482BCF4071D}" srcOrd="4" destOrd="0" presId="urn:microsoft.com/office/officeart/2005/8/layout/bProcess3#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3252C-5345-45F1-A6FA-69E44781CCB0}">
      <dsp:nvSpPr>
        <dsp:cNvPr id="0" name=""/>
        <dsp:cNvSpPr/>
      </dsp:nvSpPr>
      <dsp:spPr bwMode="white">
        <a:xfrm>
          <a:off x="1445729" y="335416"/>
          <a:ext cx="259501" cy="91440"/>
        </a:xfrm>
        <a:custGeom>
          <a:avLst/>
          <a:gdLst/>
          <a:ahLst/>
          <a:cxnLst/>
          <a:rect l="0" t="0" r="0" b="0"/>
          <a:pathLst>
            <a:path>
              <a:moveTo>
                <a:pt x="0" y="45720"/>
              </a:moveTo>
              <a:lnTo>
                <a:pt x="259501"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568227" y="379685"/>
        <a:ext cx="14505" cy="2901"/>
      </dsp:txXfrm>
    </dsp:sp>
    <dsp:sp modelId="{2FBE2C1E-1D94-400F-A227-985D4DA10085}">
      <dsp:nvSpPr>
        <dsp:cNvPr id="0" name=""/>
        <dsp:cNvSpPr/>
      </dsp:nvSpPr>
      <dsp:spPr bwMode="white">
        <a:xfrm>
          <a:off x="186218" y="2743"/>
          <a:ext cx="1261310" cy="756786"/>
        </a:xfrm>
        <a:prstGeom prst="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100000"/>
            </a:lnSpc>
            <a:spcBef>
              <a:spcPct val="0"/>
            </a:spcBef>
            <a:spcAft>
              <a:spcPct val="35000"/>
            </a:spcAft>
            <a:buNone/>
          </a:pPr>
          <a:r>
            <a:rPr lang="en-US" altLang="en-US" sz="1000" kern="1200" cap="all">
              <a:uFillTx/>
            </a:rPr>
            <a:t>Osservazione</a:t>
          </a:r>
        </a:p>
      </dsp:txBody>
      <dsp:txXfrm>
        <a:off x="186218" y="2743"/>
        <a:ext cx="1261310" cy="756786"/>
      </dsp:txXfrm>
    </dsp:sp>
    <dsp:sp modelId="{EBB69596-36AB-40F1-91C5-FC3350A00067}">
      <dsp:nvSpPr>
        <dsp:cNvPr id="0" name=""/>
        <dsp:cNvSpPr/>
      </dsp:nvSpPr>
      <dsp:spPr bwMode="white">
        <a:xfrm>
          <a:off x="816873" y="757729"/>
          <a:ext cx="1551412" cy="259501"/>
        </a:xfrm>
        <a:custGeom>
          <a:avLst/>
          <a:gdLst/>
          <a:ahLst/>
          <a:cxnLst/>
          <a:rect l="0" t="0" r="0" b="0"/>
          <a:pathLst>
            <a:path>
              <a:moveTo>
                <a:pt x="1551412" y="0"/>
              </a:moveTo>
              <a:lnTo>
                <a:pt x="1551412" y="146850"/>
              </a:lnTo>
              <a:lnTo>
                <a:pt x="0" y="146850"/>
              </a:lnTo>
              <a:lnTo>
                <a:pt x="0" y="259501"/>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553122" y="886029"/>
        <a:ext cx="78915" cy="2901"/>
      </dsp:txXfrm>
    </dsp:sp>
    <dsp:sp modelId="{0482690C-586E-41D6-8B40-4CA7581A9CE9}">
      <dsp:nvSpPr>
        <dsp:cNvPr id="0" name=""/>
        <dsp:cNvSpPr/>
      </dsp:nvSpPr>
      <dsp:spPr bwMode="white">
        <a:xfrm>
          <a:off x="1737630" y="2743"/>
          <a:ext cx="1261310" cy="756786"/>
        </a:xfrm>
        <a:prstGeom prst="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100000"/>
            </a:lnSpc>
            <a:spcBef>
              <a:spcPct val="0"/>
            </a:spcBef>
            <a:spcAft>
              <a:spcPct val="35000"/>
            </a:spcAft>
            <a:buNone/>
          </a:pPr>
          <a:r>
            <a:rPr lang="en-US" altLang="en-US" sz="1000" kern="1200"/>
            <a:t>Individuazione del problema</a:t>
          </a:r>
        </a:p>
      </dsp:txBody>
      <dsp:txXfrm>
        <a:off x="1737630" y="2743"/>
        <a:ext cx="1261310" cy="756786"/>
      </dsp:txXfrm>
    </dsp:sp>
    <dsp:sp modelId="{31F3FE5F-74B2-48F8-89DC-AE29DBB498B0}">
      <dsp:nvSpPr>
        <dsp:cNvPr id="0" name=""/>
        <dsp:cNvSpPr/>
      </dsp:nvSpPr>
      <dsp:spPr bwMode="white">
        <a:xfrm>
          <a:off x="1445729" y="1382304"/>
          <a:ext cx="259501" cy="91440"/>
        </a:xfrm>
        <a:custGeom>
          <a:avLst/>
          <a:gdLst/>
          <a:ahLst/>
          <a:cxnLst/>
          <a:rect l="0" t="0" r="0" b="0"/>
          <a:pathLst>
            <a:path>
              <a:moveTo>
                <a:pt x="0" y="45720"/>
              </a:moveTo>
              <a:lnTo>
                <a:pt x="259501"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568227" y="1426573"/>
        <a:ext cx="14505" cy="2901"/>
      </dsp:txXfrm>
    </dsp:sp>
    <dsp:sp modelId="{E5145E43-B450-47CE-B1E5-1482BCF4071D}">
      <dsp:nvSpPr>
        <dsp:cNvPr id="0" name=""/>
        <dsp:cNvSpPr/>
      </dsp:nvSpPr>
      <dsp:spPr bwMode="white">
        <a:xfrm>
          <a:off x="186218" y="1049631"/>
          <a:ext cx="1261310" cy="756786"/>
        </a:xfrm>
        <a:prstGeom prst="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100000"/>
            </a:lnSpc>
            <a:spcBef>
              <a:spcPct val="0"/>
            </a:spcBef>
            <a:spcAft>
              <a:spcPct val="35000"/>
            </a:spcAft>
            <a:buNone/>
          </a:pPr>
          <a:r>
            <a:rPr lang="en-US" altLang="en-US" sz="1000" kern="1200"/>
            <a:t>Documentazione</a:t>
          </a:r>
        </a:p>
      </dsp:txBody>
      <dsp:txXfrm>
        <a:off x="186218" y="1049631"/>
        <a:ext cx="1261310" cy="756786"/>
      </dsp:txXfrm>
    </dsp:sp>
    <dsp:sp modelId="{8C52703D-FEAE-4AA9-949F-F5EC21A49406}">
      <dsp:nvSpPr>
        <dsp:cNvPr id="0" name=""/>
        <dsp:cNvSpPr/>
      </dsp:nvSpPr>
      <dsp:spPr bwMode="white">
        <a:xfrm>
          <a:off x="816873" y="1804617"/>
          <a:ext cx="1551412" cy="259501"/>
        </a:xfrm>
        <a:custGeom>
          <a:avLst/>
          <a:gdLst/>
          <a:ahLst/>
          <a:cxnLst/>
          <a:rect l="0" t="0" r="0" b="0"/>
          <a:pathLst>
            <a:path>
              <a:moveTo>
                <a:pt x="1551412" y="0"/>
              </a:moveTo>
              <a:lnTo>
                <a:pt x="1551412" y="146850"/>
              </a:lnTo>
              <a:lnTo>
                <a:pt x="0" y="146850"/>
              </a:lnTo>
              <a:lnTo>
                <a:pt x="0" y="259501"/>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553122" y="1932917"/>
        <a:ext cx="78915" cy="2901"/>
      </dsp:txXfrm>
    </dsp:sp>
    <dsp:sp modelId="{13492D71-E670-42C9-A619-1DE9B5F887F1}">
      <dsp:nvSpPr>
        <dsp:cNvPr id="0" name=""/>
        <dsp:cNvSpPr/>
      </dsp:nvSpPr>
      <dsp:spPr bwMode="white">
        <a:xfrm>
          <a:off x="1737630" y="1049631"/>
          <a:ext cx="1261310" cy="756786"/>
        </a:xfrm>
        <a:prstGeom prst="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100000"/>
            </a:lnSpc>
            <a:spcBef>
              <a:spcPct val="0"/>
            </a:spcBef>
            <a:spcAft>
              <a:spcPct val="35000"/>
            </a:spcAft>
            <a:buNone/>
          </a:pPr>
          <a:r>
            <a:rPr lang="en-US" altLang="en-US" sz="1000" kern="1200"/>
            <a:t>Formulazione dell’ipotesi</a:t>
          </a:r>
        </a:p>
      </dsp:txBody>
      <dsp:txXfrm>
        <a:off x="1737630" y="1049631"/>
        <a:ext cx="1261310" cy="756786"/>
      </dsp:txXfrm>
    </dsp:sp>
    <dsp:sp modelId="{3D35D559-FC15-4723-8F76-803A74E52A30}">
      <dsp:nvSpPr>
        <dsp:cNvPr id="0" name=""/>
        <dsp:cNvSpPr/>
      </dsp:nvSpPr>
      <dsp:spPr bwMode="white">
        <a:xfrm>
          <a:off x="1445729" y="2429192"/>
          <a:ext cx="259501" cy="91440"/>
        </a:xfrm>
        <a:custGeom>
          <a:avLst/>
          <a:gdLst/>
          <a:ahLst/>
          <a:cxnLst/>
          <a:rect l="0" t="0" r="0" b="0"/>
          <a:pathLst>
            <a:path>
              <a:moveTo>
                <a:pt x="0" y="45720"/>
              </a:moveTo>
              <a:lnTo>
                <a:pt x="259501"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568227" y="2473461"/>
        <a:ext cx="14505" cy="2901"/>
      </dsp:txXfrm>
    </dsp:sp>
    <dsp:sp modelId="{F80816D7-392E-4741-B9A3-C73586F7EC67}">
      <dsp:nvSpPr>
        <dsp:cNvPr id="0" name=""/>
        <dsp:cNvSpPr/>
      </dsp:nvSpPr>
      <dsp:spPr bwMode="white">
        <a:xfrm>
          <a:off x="186218" y="2096519"/>
          <a:ext cx="1261310" cy="756786"/>
        </a:xfrm>
        <a:prstGeom prst="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100000"/>
            </a:lnSpc>
            <a:spcBef>
              <a:spcPct val="0"/>
            </a:spcBef>
            <a:spcAft>
              <a:spcPct val="35000"/>
            </a:spcAft>
            <a:buNone/>
          </a:pPr>
          <a:r>
            <a:rPr lang="en-US" altLang="en-US" sz="1000" kern="1200"/>
            <a:t>Verifica sperimentale</a:t>
          </a:r>
        </a:p>
      </dsp:txBody>
      <dsp:txXfrm>
        <a:off x="186218" y="2096519"/>
        <a:ext cx="1261310" cy="756786"/>
      </dsp:txXfrm>
    </dsp:sp>
    <dsp:sp modelId="{AF0F3B5A-6BF1-4C0D-ACE3-FC3229887631}">
      <dsp:nvSpPr>
        <dsp:cNvPr id="0" name=""/>
        <dsp:cNvSpPr/>
      </dsp:nvSpPr>
      <dsp:spPr bwMode="white">
        <a:xfrm>
          <a:off x="816873" y="2851505"/>
          <a:ext cx="1551412" cy="259501"/>
        </a:xfrm>
        <a:custGeom>
          <a:avLst/>
          <a:gdLst/>
          <a:ahLst/>
          <a:cxnLst/>
          <a:rect l="0" t="0" r="0" b="0"/>
          <a:pathLst>
            <a:path>
              <a:moveTo>
                <a:pt x="1551412" y="0"/>
              </a:moveTo>
              <a:lnTo>
                <a:pt x="1551412" y="146850"/>
              </a:lnTo>
              <a:lnTo>
                <a:pt x="0" y="146850"/>
              </a:lnTo>
              <a:lnTo>
                <a:pt x="0" y="259501"/>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it-IT" sz="500" kern="1200"/>
        </a:p>
      </dsp:txBody>
      <dsp:txXfrm>
        <a:off x="1553122" y="2979806"/>
        <a:ext cx="78915" cy="2901"/>
      </dsp:txXfrm>
    </dsp:sp>
    <dsp:sp modelId="{FBA0A77B-8352-4C42-B7D5-7C83363A7874}">
      <dsp:nvSpPr>
        <dsp:cNvPr id="0" name=""/>
        <dsp:cNvSpPr/>
      </dsp:nvSpPr>
      <dsp:spPr bwMode="white">
        <a:xfrm>
          <a:off x="1737630" y="2096519"/>
          <a:ext cx="1261310" cy="756786"/>
        </a:xfrm>
        <a:prstGeom prst="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100000"/>
            </a:lnSpc>
            <a:spcBef>
              <a:spcPct val="0"/>
            </a:spcBef>
            <a:spcAft>
              <a:spcPct val="35000"/>
            </a:spcAft>
            <a:buNone/>
          </a:pPr>
          <a:r>
            <a:rPr lang="en-US" sz="1000" kern="1200"/>
            <a:t>Analisi dei dati</a:t>
          </a:r>
        </a:p>
      </dsp:txBody>
      <dsp:txXfrm>
        <a:off x="1737630" y="2096519"/>
        <a:ext cx="1261310" cy="756786"/>
      </dsp:txXfrm>
    </dsp:sp>
    <dsp:sp modelId="{54CDD26F-E6A2-4870-924B-05FF04E085DB}">
      <dsp:nvSpPr>
        <dsp:cNvPr id="0" name=""/>
        <dsp:cNvSpPr/>
      </dsp:nvSpPr>
      <dsp:spPr bwMode="white">
        <a:xfrm>
          <a:off x="1445729" y="3476080"/>
          <a:ext cx="259501" cy="91440"/>
        </a:xfrm>
        <a:custGeom>
          <a:avLst/>
          <a:gdLst/>
          <a:ahLst/>
          <a:cxnLst/>
          <a:rect l="0" t="0" r="0" b="0"/>
          <a:pathLst>
            <a:path>
              <a:moveTo>
                <a:pt x="0" y="45720"/>
              </a:moveTo>
              <a:lnTo>
                <a:pt x="259501"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it-IT" sz="500" kern="1200"/>
        </a:p>
      </dsp:txBody>
      <dsp:txXfrm>
        <a:off x="1568227" y="3520350"/>
        <a:ext cx="14505" cy="2901"/>
      </dsp:txXfrm>
    </dsp:sp>
    <dsp:sp modelId="{073A29C7-3BC3-42A7-AA3F-6B8157543E42}">
      <dsp:nvSpPr>
        <dsp:cNvPr id="0" name=""/>
        <dsp:cNvSpPr/>
      </dsp:nvSpPr>
      <dsp:spPr bwMode="white">
        <a:xfrm>
          <a:off x="186218" y="3143407"/>
          <a:ext cx="1261310" cy="756786"/>
        </a:xfrm>
        <a:prstGeom prst="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100000"/>
            </a:lnSpc>
            <a:spcBef>
              <a:spcPct val="0"/>
            </a:spcBef>
            <a:spcAft>
              <a:spcPct val="35000"/>
            </a:spcAft>
            <a:buNone/>
          </a:pPr>
          <a:r>
            <a:rPr lang="en-US" sz="1000" kern="1200"/>
            <a:t>Ipotesi confermata</a:t>
          </a:r>
        </a:p>
      </dsp:txBody>
      <dsp:txXfrm>
        <a:off x="186218" y="3143407"/>
        <a:ext cx="1261310" cy="756786"/>
      </dsp:txXfrm>
    </dsp:sp>
    <dsp:sp modelId="{2CDEA325-E5C0-43C8-BD90-51BC76F2EA8B}">
      <dsp:nvSpPr>
        <dsp:cNvPr id="0" name=""/>
        <dsp:cNvSpPr/>
      </dsp:nvSpPr>
      <dsp:spPr bwMode="white">
        <a:xfrm>
          <a:off x="816873" y="3898393"/>
          <a:ext cx="1551412" cy="259501"/>
        </a:xfrm>
        <a:custGeom>
          <a:avLst/>
          <a:gdLst/>
          <a:ahLst/>
          <a:cxnLst/>
          <a:rect l="0" t="0" r="0" b="0"/>
          <a:pathLst>
            <a:path>
              <a:moveTo>
                <a:pt x="1551412" y="0"/>
              </a:moveTo>
              <a:lnTo>
                <a:pt x="1551412" y="146850"/>
              </a:lnTo>
              <a:lnTo>
                <a:pt x="0" y="146850"/>
              </a:lnTo>
              <a:lnTo>
                <a:pt x="0" y="259501"/>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it-IT" sz="500" kern="1200"/>
        </a:p>
      </dsp:txBody>
      <dsp:txXfrm>
        <a:off x="1553122" y="4026694"/>
        <a:ext cx="78915" cy="2901"/>
      </dsp:txXfrm>
    </dsp:sp>
    <dsp:sp modelId="{7B777F2E-D527-4A8C-B26F-6E19ADC1AD96}">
      <dsp:nvSpPr>
        <dsp:cNvPr id="0" name=""/>
        <dsp:cNvSpPr/>
      </dsp:nvSpPr>
      <dsp:spPr bwMode="white">
        <a:xfrm>
          <a:off x="1737630" y="3143407"/>
          <a:ext cx="1261310" cy="756786"/>
        </a:xfrm>
        <a:prstGeom prst="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100000"/>
            </a:lnSpc>
            <a:spcBef>
              <a:spcPct val="0"/>
            </a:spcBef>
            <a:spcAft>
              <a:spcPct val="35000"/>
            </a:spcAft>
            <a:buNone/>
          </a:pPr>
          <a:r>
            <a:rPr lang="en-US" sz="1000" kern="1200"/>
            <a:t>Comunicazione dei risultati</a:t>
          </a:r>
        </a:p>
      </dsp:txBody>
      <dsp:txXfrm>
        <a:off x="1737630" y="3143407"/>
        <a:ext cx="1261310" cy="756786"/>
      </dsp:txXfrm>
    </dsp:sp>
    <dsp:sp modelId="{87A2B6C2-D221-4807-B0CE-037D50AF34AD}">
      <dsp:nvSpPr>
        <dsp:cNvPr id="0" name=""/>
        <dsp:cNvSpPr/>
      </dsp:nvSpPr>
      <dsp:spPr bwMode="white">
        <a:xfrm>
          <a:off x="1445729" y="4522968"/>
          <a:ext cx="259501" cy="91440"/>
        </a:xfrm>
        <a:custGeom>
          <a:avLst/>
          <a:gdLst/>
          <a:ahLst/>
          <a:cxnLst/>
          <a:rect l="0" t="0" r="0" b="0"/>
          <a:pathLst>
            <a:path>
              <a:moveTo>
                <a:pt x="0" y="45720"/>
              </a:moveTo>
              <a:lnTo>
                <a:pt x="259501"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it-IT" sz="500" kern="1200"/>
        </a:p>
      </dsp:txBody>
      <dsp:txXfrm>
        <a:off x="1568227" y="4567238"/>
        <a:ext cx="14505" cy="2901"/>
      </dsp:txXfrm>
    </dsp:sp>
    <dsp:sp modelId="{9A9EA554-7DA0-401D-AEA2-6155D0FA75D9}">
      <dsp:nvSpPr>
        <dsp:cNvPr id="0" name=""/>
        <dsp:cNvSpPr/>
      </dsp:nvSpPr>
      <dsp:spPr bwMode="white">
        <a:xfrm>
          <a:off x="186218" y="4190295"/>
          <a:ext cx="1261310" cy="756786"/>
        </a:xfrm>
        <a:prstGeom prst="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100000"/>
            </a:lnSpc>
            <a:spcBef>
              <a:spcPct val="0"/>
            </a:spcBef>
            <a:spcAft>
              <a:spcPct val="35000"/>
            </a:spcAft>
            <a:buNone/>
          </a:pPr>
          <a:r>
            <a:rPr lang="en-US" sz="1000" kern="1200"/>
            <a:t>Ricerche e verifiche ulteriori</a:t>
          </a:r>
        </a:p>
      </dsp:txBody>
      <dsp:txXfrm>
        <a:off x="186218" y="4190295"/>
        <a:ext cx="1261310" cy="756786"/>
      </dsp:txXfrm>
    </dsp:sp>
    <dsp:sp modelId="{657023FC-9007-4B07-A54B-73FC1F99DD9A}">
      <dsp:nvSpPr>
        <dsp:cNvPr id="0" name=""/>
        <dsp:cNvSpPr/>
      </dsp:nvSpPr>
      <dsp:spPr bwMode="white">
        <a:xfrm>
          <a:off x="1737630" y="4190295"/>
          <a:ext cx="1261310" cy="756786"/>
        </a:xfrm>
        <a:prstGeom prst="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100000"/>
            </a:lnSpc>
            <a:spcBef>
              <a:spcPct val="0"/>
            </a:spcBef>
            <a:spcAft>
              <a:spcPct val="35000"/>
            </a:spcAft>
            <a:buNone/>
          </a:pPr>
          <a:r>
            <a:rPr lang="en-US" sz="1000" kern="1200" cap="all">
              <a:uFillTx/>
            </a:rPr>
            <a:t>Formulazione della legge</a:t>
          </a:r>
        </a:p>
      </dsp:txBody>
      <dsp:txXfrm>
        <a:off x="1737630" y="4190295"/>
        <a:ext cx="1261310" cy="7567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3252C-5345-45F1-A6FA-69E44781CCB0}">
      <dsp:nvSpPr>
        <dsp:cNvPr id="0" name=""/>
        <dsp:cNvSpPr/>
      </dsp:nvSpPr>
      <dsp:spPr bwMode="white">
        <a:xfrm>
          <a:off x="2279024" y="921068"/>
          <a:ext cx="521265" cy="0"/>
        </a:xfrm>
        <a:custGeom>
          <a:avLst/>
          <a:gdLst/>
          <a:ahLst/>
          <a:cxnLst/>
          <a:rect l="0" t="0" r="0" b="0"/>
          <a:pathLst>
            <a:path w="821">
              <a:moveTo>
                <a:pt x="0" y="0"/>
              </a:moveTo>
              <a:lnTo>
                <a:pt x="821" y="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hemeClr val="accent6"/>
        </a:lnRef>
        <a:fillRef idx="0">
          <a:schemeClr val="accent6"/>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600200">
            <a:lnSpc>
              <a:spcPct val="90000"/>
            </a:lnSpc>
            <a:spcBef>
              <a:spcPct val="0"/>
            </a:spcBef>
            <a:spcAft>
              <a:spcPct val="35000"/>
            </a:spcAft>
            <a:buNone/>
          </a:pPr>
          <a:endParaRPr lang="en-US" sz="3600" kern="1200">
            <a:solidFill>
              <a:schemeClr val="dk1"/>
            </a:solidFill>
          </a:endParaRPr>
        </a:p>
      </dsp:txBody>
      <dsp:txXfrm>
        <a:off x="2279024" y="921068"/>
        <a:ext cx="521265" cy="0"/>
      </dsp:txXfrm>
    </dsp:sp>
    <dsp:sp modelId="{2FBE2C1E-1D94-400F-A227-985D4DA10085}">
      <dsp:nvSpPr>
        <dsp:cNvPr id="0" name=""/>
        <dsp:cNvSpPr/>
      </dsp:nvSpPr>
      <dsp:spPr bwMode="white">
        <a:xfrm>
          <a:off x="12655" y="241157"/>
          <a:ext cx="2266370" cy="1359822"/>
        </a:xfrm>
        <a:prstGeom prst="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hemeClr val="accent6">
            <a:shade val="80000"/>
          </a:schemeClr>
        </a:lnRef>
        <a:fillRef idx="1">
          <a:schemeClr val="lt1"/>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1600200">
            <a:lnSpc>
              <a:spcPct val="100000"/>
            </a:lnSpc>
            <a:spcBef>
              <a:spcPct val="0"/>
            </a:spcBef>
            <a:spcAft>
              <a:spcPct val="35000"/>
            </a:spcAft>
            <a:buNone/>
          </a:pPr>
          <a:r>
            <a:rPr lang="" altLang="en-US" sz="3600" kern="1200">
              <a:solidFill>
                <a:schemeClr val="dk1"/>
              </a:solidFill>
            </a:rPr>
            <a:t>Equazioni di Maxwell</a:t>
          </a:r>
        </a:p>
      </dsp:txBody>
      <dsp:txXfrm>
        <a:off x="12655" y="241157"/>
        <a:ext cx="2266370" cy="1359822"/>
      </dsp:txXfrm>
    </dsp:sp>
    <dsp:sp modelId="{EBB69596-36AB-40F1-91C5-FC3350A00067}">
      <dsp:nvSpPr>
        <dsp:cNvPr id="0" name=""/>
        <dsp:cNvSpPr/>
      </dsp:nvSpPr>
      <dsp:spPr bwMode="white">
        <a:xfrm>
          <a:off x="5066659" y="921068"/>
          <a:ext cx="521265" cy="0"/>
        </a:xfrm>
        <a:custGeom>
          <a:avLst/>
          <a:gdLst/>
          <a:ahLst/>
          <a:cxnLst/>
          <a:rect l="0" t="0" r="0" b="0"/>
          <a:pathLst>
            <a:path w="821">
              <a:moveTo>
                <a:pt x="0" y="0"/>
              </a:moveTo>
              <a:lnTo>
                <a:pt x="821" y="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hemeClr val="accent6"/>
        </a:lnRef>
        <a:fillRef idx="0">
          <a:schemeClr val="accent6"/>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600200">
            <a:lnSpc>
              <a:spcPct val="90000"/>
            </a:lnSpc>
            <a:spcBef>
              <a:spcPct val="0"/>
            </a:spcBef>
            <a:spcAft>
              <a:spcPct val="35000"/>
            </a:spcAft>
            <a:buNone/>
          </a:pPr>
          <a:endParaRPr lang="en-US" sz="3600" kern="1200">
            <a:solidFill>
              <a:schemeClr val="dk1"/>
            </a:solidFill>
          </a:endParaRPr>
        </a:p>
      </dsp:txBody>
      <dsp:txXfrm>
        <a:off x="5066659" y="921068"/>
        <a:ext cx="521265" cy="0"/>
      </dsp:txXfrm>
    </dsp:sp>
    <dsp:sp modelId="{0482690C-586E-41D6-8B40-4CA7581A9CE9}">
      <dsp:nvSpPr>
        <dsp:cNvPr id="0" name=""/>
        <dsp:cNvSpPr/>
      </dsp:nvSpPr>
      <dsp:spPr bwMode="white">
        <a:xfrm>
          <a:off x="2800289" y="241157"/>
          <a:ext cx="2266370" cy="1359822"/>
        </a:xfrm>
        <a:prstGeom prst="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hemeClr val="accent6">
            <a:shade val="80000"/>
          </a:schemeClr>
        </a:lnRef>
        <a:fillRef idx="1">
          <a:schemeClr val="lt1"/>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1600200">
            <a:lnSpc>
              <a:spcPct val="100000"/>
            </a:lnSpc>
            <a:spcBef>
              <a:spcPct val="0"/>
            </a:spcBef>
            <a:spcAft>
              <a:spcPct val="35000"/>
            </a:spcAft>
            <a:buNone/>
          </a:pPr>
          <a:r>
            <a:rPr lang="" altLang="en-US" sz="3600" kern="1200">
              <a:solidFill>
                <a:schemeClr val="dk1"/>
              </a:solidFill>
            </a:rPr>
            <a:t>Luce come un’onda elettromagnetica</a:t>
          </a:r>
        </a:p>
      </dsp:txBody>
      <dsp:txXfrm>
        <a:off x="2800289" y="241157"/>
        <a:ext cx="2266370" cy="1359822"/>
      </dsp:txXfrm>
    </dsp:sp>
    <dsp:sp modelId="{E5145E43-B450-47CE-B1E5-1482BCF4071D}">
      <dsp:nvSpPr>
        <dsp:cNvPr id="0" name=""/>
        <dsp:cNvSpPr/>
      </dsp:nvSpPr>
      <dsp:spPr bwMode="white">
        <a:xfrm>
          <a:off x="5587924" y="241157"/>
          <a:ext cx="2266370" cy="1359822"/>
        </a:xfrm>
        <a:prstGeom prst="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hemeClr val="accent6">
            <a:shade val="80000"/>
          </a:schemeClr>
        </a:lnRef>
        <a:fillRef idx="1">
          <a:schemeClr val="lt1"/>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1600200">
            <a:lnSpc>
              <a:spcPct val="100000"/>
            </a:lnSpc>
            <a:spcBef>
              <a:spcPct val="0"/>
            </a:spcBef>
            <a:spcAft>
              <a:spcPct val="35000"/>
            </a:spcAft>
            <a:buNone/>
          </a:pPr>
          <a:r>
            <a:rPr lang="" altLang="en-US" sz="3600" kern="1200">
              <a:solidFill>
                <a:schemeClr val="dk1"/>
              </a:solidFill>
            </a:rPr>
            <a:t>La luce si progaga nel vuoto con una velocità costante</a:t>
          </a:r>
        </a:p>
      </dsp:txBody>
      <dsp:txXfrm>
        <a:off x="5587924" y="241157"/>
        <a:ext cx="2266370" cy="1359822"/>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1">
  <dgm:title val=""/>
  <dgm:desc val=""/>
  <dgm:catLst>
    <dgm:cat type="process" pri="18000"/>
  </dgm:catLst>
  <dgm:sampData>
    <dgm:dataModel>
      <dgm:ptLst>
        <dgm:pt modelId="0" type="doc"/>
        <dgm:pt modelId="1">
          <dgm:prSet phldr="true"/>
        </dgm:pt>
        <dgm:pt modelId="2">
          <dgm:prSet phldr="true"/>
        </dgm:pt>
        <dgm:pt modelId="3">
          <dgm:prSet phldr="true"/>
        </dgm:pt>
        <dgm:pt modelId="4">
          <dgm:prSet phldr="true"/>
        </dgm:pt>
        <dgm:pt modelId="5">
          <dgm:prSet phldr="true"/>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bkpt" val="endCnv"/>
          <dgm:param type="contDir" val="sameDir"/>
          <dgm:param type="grDir" val="tL"/>
          <dgm:param type="flowDir" val="row"/>
        </dgm:alg>
      </dgm:if>
      <dgm:else name="Name3">
        <dgm:alg type="snake">
          <dgm:param type="bkpt" val="endCnv"/>
          <dgm:param type="contDir" val="same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true"/>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dim" val="1D"/>
                <dgm:param type="connRout" val="bend"/>
                <dgm:param type="begPts" val="midR bCtr"/>
                <dgm:param type="endPts" val="midL tCtr"/>
              </dgm:alg>
            </dgm:if>
            <dgm:else name="Name6">
              <dgm:alg type="conn">
                <dgm:param type="dim" val="1D"/>
                <dgm:param type="connRout" val="ben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true">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2">
  <dgm:title val=""/>
  <dgm:desc val=""/>
  <dgm:catLst>
    <dgm:cat type="process" pri="18000"/>
  </dgm:catLst>
  <dgm:sampData>
    <dgm:dataModel>
      <dgm:ptLst>
        <dgm:pt modelId="0" type="doc"/>
        <dgm:pt modelId="1">
          <dgm:prSet phldr="true"/>
        </dgm:pt>
        <dgm:pt modelId="2">
          <dgm:prSet phldr="true"/>
        </dgm:pt>
        <dgm:pt modelId="3">
          <dgm:prSet phldr="true"/>
        </dgm:pt>
        <dgm:pt modelId="4">
          <dgm:prSet phldr="true"/>
        </dgm:pt>
        <dgm:pt modelId="5">
          <dgm:prSet phldr="true"/>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bkpt" val="endCnv"/>
          <dgm:param type="contDir" val="sameDir"/>
          <dgm:param type="grDir" val="tL"/>
          <dgm:param type="flowDir" val="row"/>
        </dgm:alg>
      </dgm:if>
      <dgm:else name="Name3">
        <dgm:alg type="snake">
          <dgm:param type="bkpt" val="endCnv"/>
          <dgm:param type="contDir" val="same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true"/>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dim" val="1D"/>
                <dgm:param type="connRout" val="bend"/>
                <dgm:param type="begPts" val="midR bCtr"/>
                <dgm:param type="endPts" val="midL tCtr"/>
              </dgm:alg>
            </dgm:if>
            <dgm:else name="Name6">
              <dgm:alg type="conn">
                <dgm:param type="dim" val="1D"/>
                <dgm:param type="connRout" val="ben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true">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true"/>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true"/>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true"/>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true"/>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true"/>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true"/>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true" noRot="true" noChangeAspect="true"/>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true"/>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true"/>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true"/>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true"/>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4" name="日期占位符 3"/>
          <p:cNvSpPr>
            <a:spLocks noGrp="true"/>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true"/>
          </p:cNvSpPr>
          <p:nvPr>
            <p:ph type="ftr" sz="quarter" idx="11"/>
          </p:nvPr>
        </p:nvSpPr>
        <p:spPr/>
        <p:txBody>
          <a:bodyPr/>
          <a:lstStyle/>
          <a:p>
            <a:endParaRPr lang="zh-CN" altLang="en-US"/>
          </a:p>
        </p:txBody>
      </p:sp>
      <p:sp>
        <p:nvSpPr>
          <p:cNvPr id="6" name="灯片编号占位符 5"/>
          <p:cNvSpPr>
            <a:spLocks noGrp="true"/>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true"/>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true"/>
          </p:cNvSpPr>
          <p:nvPr>
            <p:ph type="title"/>
          </p:nvPr>
        </p:nvSpPr>
        <p:spPr>
          <a:xfrm>
            <a:off x="647700" y="258445"/>
            <a:ext cx="10515600" cy="1325563"/>
          </a:xfrm>
        </p:spPr>
        <p:txBody>
          <a:bodyPr anchor="ctr" anchorCtr="false">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true"/>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true"/>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true"/>
          </p:cNvSpPr>
          <p:nvPr>
            <p:ph type="ftr" sz="quarter" idx="11"/>
          </p:nvPr>
        </p:nvSpPr>
        <p:spPr/>
        <p:txBody>
          <a:bodyPr/>
          <a:lstStyle/>
          <a:p>
            <a:endParaRPr lang="zh-CN" altLang="en-US"/>
          </a:p>
        </p:txBody>
      </p:sp>
      <p:sp>
        <p:nvSpPr>
          <p:cNvPr id="6" name="灯片编号占位符 5"/>
          <p:cNvSpPr>
            <a:spLocks noGrp="true"/>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true"/>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文本占位符 2"/>
          <p:cNvSpPr>
            <a:spLocks noGrp="true"/>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endParaRPr lang="zh-CN" altLang="en-US" dirty="0">
              <a:sym typeface="+mn-ea"/>
            </a:endParaRPr>
          </a:p>
        </p:txBody>
      </p:sp>
      <p:sp>
        <p:nvSpPr>
          <p:cNvPr id="4" name="日期占位符 3"/>
          <p:cNvSpPr>
            <a:spLocks noGrp="true"/>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true"/>
          </p:cNvSpPr>
          <p:nvPr>
            <p:ph type="ftr" sz="quarter" idx="11"/>
          </p:nvPr>
        </p:nvSpPr>
        <p:spPr/>
        <p:txBody>
          <a:bodyPr/>
          <a:lstStyle/>
          <a:p>
            <a:endParaRPr lang="zh-CN" altLang="en-US"/>
          </a:p>
        </p:txBody>
      </p:sp>
      <p:sp>
        <p:nvSpPr>
          <p:cNvPr id="6" name="灯片编号占位符 5"/>
          <p:cNvSpPr>
            <a:spLocks noGrp="true"/>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true"/>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true"/>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内容占位符 3"/>
          <p:cNvSpPr>
            <a:spLocks noGrp="true"/>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日期占位符 4"/>
          <p:cNvSpPr>
            <a:spLocks noGrp="true"/>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true"/>
          </p:cNvSpPr>
          <p:nvPr>
            <p:ph type="ftr" sz="quarter" idx="11"/>
          </p:nvPr>
        </p:nvSpPr>
        <p:spPr/>
        <p:txBody>
          <a:bodyPr/>
          <a:lstStyle/>
          <a:p>
            <a:endParaRPr lang="zh-CN" altLang="en-US"/>
          </a:p>
        </p:txBody>
      </p:sp>
      <p:sp>
        <p:nvSpPr>
          <p:cNvPr id="7" name="灯片编号占位符 6"/>
          <p:cNvSpPr>
            <a:spLocks noGrp="true"/>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true"/>
          </p:cNvSpPr>
          <p:nvPr>
            <p:ph type="title"/>
          </p:nvPr>
        </p:nvSpPr>
        <p:spPr>
          <a:xfrm>
            <a:off x="839788" y="365125"/>
            <a:ext cx="10515600" cy="1325563"/>
          </a:xfrm>
        </p:spPr>
        <p:txBody>
          <a:bodyPr/>
          <a:lstStyle/>
          <a:p>
            <a:r>
              <a:rPr lang="zh-CN" altLang="en-US"/>
              <a:t>Click to edit Master title style</a:t>
            </a:r>
            <a:endParaRPr lang="zh-CN" altLang="en-US"/>
          </a:p>
        </p:txBody>
      </p:sp>
      <p:sp>
        <p:nvSpPr>
          <p:cNvPr id="3" name="文本占位符 2"/>
          <p:cNvSpPr>
            <a:spLocks noGrp="true"/>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4" name="内容占位符 3"/>
          <p:cNvSpPr>
            <a:spLocks noGrp="true"/>
          </p:cNvSpPr>
          <p:nvPr>
            <p:ph sz="half" idx="2"/>
          </p:nvPr>
        </p:nvSpPr>
        <p:spPr>
          <a:xfrm>
            <a:off x="839788" y="2615609"/>
            <a:ext cx="5157787"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文本占位符 4"/>
          <p:cNvSpPr>
            <a:spLocks noGrp="true"/>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6" name="内容占位符 5"/>
          <p:cNvSpPr>
            <a:spLocks noGrp="true"/>
          </p:cNvSpPr>
          <p:nvPr>
            <p:ph sz="quarter" idx="4"/>
          </p:nvPr>
        </p:nvSpPr>
        <p:spPr>
          <a:xfrm>
            <a:off x="6172200" y="2615609"/>
            <a:ext cx="5183188"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7" name="日期占位符 6"/>
          <p:cNvSpPr>
            <a:spLocks noGrp="true"/>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true"/>
          </p:cNvSpPr>
          <p:nvPr>
            <p:ph type="ftr" sz="quarter" idx="11"/>
          </p:nvPr>
        </p:nvSpPr>
        <p:spPr/>
        <p:txBody>
          <a:bodyPr/>
          <a:lstStyle/>
          <a:p>
            <a:endParaRPr lang="zh-CN" altLang="en-US"/>
          </a:p>
        </p:txBody>
      </p:sp>
      <p:sp>
        <p:nvSpPr>
          <p:cNvPr id="9" name="灯片编号占位符 8"/>
          <p:cNvSpPr>
            <a:spLocks noGrp="true"/>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true"/>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日期占位符 2"/>
          <p:cNvSpPr>
            <a:spLocks noGrp="true"/>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true"/>
          </p:cNvSpPr>
          <p:nvPr>
            <p:ph type="ftr" sz="quarter" idx="11"/>
          </p:nvPr>
        </p:nvSpPr>
        <p:spPr/>
        <p:txBody>
          <a:bodyPr/>
          <a:lstStyle/>
          <a:p>
            <a:endParaRPr lang="zh-CN" altLang="en-US"/>
          </a:p>
        </p:txBody>
      </p:sp>
      <p:sp>
        <p:nvSpPr>
          <p:cNvPr id="5" name="灯片编号占位符 4"/>
          <p:cNvSpPr>
            <a:spLocks noGrp="true"/>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true"/>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true"/>
          </p:cNvSpPr>
          <p:nvPr>
            <p:ph type="ftr" sz="quarter" idx="11"/>
          </p:nvPr>
        </p:nvSpPr>
        <p:spPr/>
        <p:txBody>
          <a:bodyPr/>
          <a:lstStyle/>
          <a:p>
            <a:endParaRPr lang="zh-CN" altLang="en-US"/>
          </a:p>
        </p:txBody>
      </p:sp>
      <p:sp>
        <p:nvSpPr>
          <p:cNvPr id="4" name="灯片编号占位符 3"/>
          <p:cNvSpPr>
            <a:spLocks noGrp="true"/>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true"/>
          </p:cNvSpPr>
          <p:nvPr>
            <p:ph type="title"/>
          </p:nvPr>
        </p:nvSpPr>
        <p:spPr>
          <a:xfrm>
            <a:off x="646747" y="127000"/>
            <a:ext cx="4165200" cy="1600200"/>
          </a:xfrm>
        </p:spPr>
        <p:txBody>
          <a:bodyPr anchor="ctr" anchorCtr="false">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3" name="图片占位符 2"/>
          <p:cNvSpPr>
            <a:spLocks noGrp="true" noChangeAspect="true"/>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true"/>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endParaRPr lang="zh-CN" altLang="en-US" dirty="0"/>
          </a:p>
        </p:txBody>
      </p:sp>
      <p:sp>
        <p:nvSpPr>
          <p:cNvPr id="5" name="日期占位符 4"/>
          <p:cNvSpPr>
            <a:spLocks noGrp="true"/>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true"/>
          </p:cNvSpPr>
          <p:nvPr>
            <p:ph type="ftr" sz="quarter" idx="11"/>
          </p:nvPr>
        </p:nvSpPr>
        <p:spPr/>
        <p:txBody>
          <a:bodyPr/>
          <a:lstStyle/>
          <a:p>
            <a:endParaRPr lang="zh-CN" altLang="en-US" dirty="0"/>
          </a:p>
        </p:txBody>
      </p:sp>
      <p:sp>
        <p:nvSpPr>
          <p:cNvPr id="7" name="灯片编号占位符 6"/>
          <p:cNvSpPr>
            <a:spLocks noGrp="true"/>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true"/>
          <p:cNvCxnSpPr/>
          <p:nvPr userDrawn="true"/>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true"/>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endParaRPr lang="zh-CN" altLang="en-US"/>
          </a:p>
        </p:txBody>
      </p:sp>
      <p:sp>
        <p:nvSpPr>
          <p:cNvPr id="3" name="竖排文字占位符 2"/>
          <p:cNvSpPr>
            <a:spLocks noGrp="true"/>
          </p:cNvSpPr>
          <p:nvPr>
            <p:ph type="body" orient="vert" idx="1"/>
          </p:nvPr>
        </p:nvSpPr>
        <p:spPr>
          <a:xfrm>
            <a:off x="838200" y="365125"/>
            <a:ext cx="8879958" cy="5811838"/>
          </a:xfrm>
        </p:spPr>
        <p:txBody>
          <a:bodyPr vert="eaVert"/>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true"/>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true"/>
          </p:cNvSpPr>
          <p:nvPr>
            <p:ph type="ftr" sz="quarter" idx="11"/>
          </p:nvPr>
        </p:nvSpPr>
        <p:spPr/>
        <p:txBody>
          <a:bodyPr/>
          <a:lstStyle/>
          <a:p>
            <a:endParaRPr lang="zh-CN" altLang="en-US"/>
          </a:p>
        </p:txBody>
      </p:sp>
      <p:sp>
        <p:nvSpPr>
          <p:cNvPr id="6" name="灯片编号占位符 5"/>
          <p:cNvSpPr>
            <a:spLocks noGrp="true"/>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true"/>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true"/>
          </p:cNvSpPr>
          <p:nvPr>
            <p:ph type="ftr" sz="quarter" idx="11"/>
          </p:nvPr>
        </p:nvSpPr>
        <p:spPr/>
        <p:txBody>
          <a:bodyPr/>
          <a:lstStyle/>
          <a:p>
            <a:endParaRPr lang="zh-CN" altLang="en-US"/>
          </a:p>
        </p:txBody>
      </p:sp>
      <p:sp>
        <p:nvSpPr>
          <p:cNvPr id="5" name="灯片编号占位符 4"/>
          <p:cNvSpPr>
            <a:spLocks noGrp="true"/>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true"/>
          </p:cNvSpPr>
          <p:nvPr>
            <p:ph sz="quarter" idx="13"/>
          </p:nvPr>
        </p:nvSpPr>
        <p:spPr>
          <a:xfrm>
            <a:off x="838200" y="551543"/>
            <a:ext cx="10515600" cy="5558971"/>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rgbClr val="FF400D"/>
          </a:fgClr>
          <a:bgClr>
            <a:schemeClr val="bg2">
              <a:lumMod val="50000"/>
            </a:schemeClr>
          </a:bgClr>
        </a:pattFill>
        <a:effectLst/>
      </p:bgPr>
    </p:bg>
    <p:spTree>
      <p:nvGrpSpPr>
        <p:cNvPr id="1" name=""/>
        <p:cNvGrpSpPr/>
        <p:nvPr/>
      </p:nvGrpSpPr>
      <p:grpSpPr>
        <a:xfrm>
          <a:off x="0" y="0"/>
          <a:ext cx="0" cy="0"/>
          <a:chOff x="0" y="0"/>
          <a:chExt cx="0" cy="0"/>
        </a:xfrm>
      </p:grpSpPr>
      <p:sp>
        <p:nvSpPr>
          <p:cNvPr id="2" name="标题占位符 1"/>
          <p:cNvSpPr>
            <a:spLocks noGrp="true"/>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endParaRPr lang="zh-CN" altLang="en-US" dirty="0"/>
          </a:p>
        </p:txBody>
      </p:sp>
      <p:sp>
        <p:nvSpPr>
          <p:cNvPr id="3" name="文本占位符 2"/>
          <p:cNvSpPr>
            <a:spLocks noGrp="true"/>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true"/>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true"/>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true"/>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7.png"/><Relationship Id="rId7" Type="http://schemas.microsoft.com/office/2007/relationships/diagramDrawing" Target="../diagrams/drawin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3" Type="http://schemas.openxmlformats.org/officeDocument/2006/relationships/diagramData" Target="../diagrams/data1.xml"/><Relationship Id="rId2" Type="http://schemas.openxmlformats.org/officeDocument/2006/relationships/image" Target="../media/image1.pn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2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1.png"/><Relationship Id="rId2" Type="http://schemas.openxmlformats.org/officeDocument/2006/relationships/image" Target="../media/image30.jpeg"/><Relationship Id="rId1" Type="http://schemas.openxmlformats.org/officeDocument/2006/relationships/image" Target="../media/image29.jpe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4.jpeg"/><Relationship Id="rId7" Type="http://schemas.microsoft.com/office/2007/relationships/diagramDrawing" Target="../diagrams/drawing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3" Type="http://schemas.openxmlformats.org/officeDocument/2006/relationships/diagramData" Target="../diagrams/data2.xml"/><Relationship Id="rId2" Type="http://schemas.openxmlformats.org/officeDocument/2006/relationships/image" Target="../media/image33.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0.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7.jpe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3.jpeg"/><Relationship Id="rId4" Type="http://schemas.openxmlformats.org/officeDocument/2006/relationships/image" Target="../media/image62.jpeg"/><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6.jpeg"/><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p:pic>
        <p:nvPicPr>
          <p:cNvPr id="7" name="Picture 6" descr="pavimento"/>
          <p:cNvPicPr>
            <a:picLocks noChangeAspect="true"/>
          </p:cNvPicPr>
          <p:nvPr/>
        </p:nvPicPr>
        <p:blipFill>
          <a:blip r:embed="rId1"/>
          <a:stretch>
            <a:fillRect/>
          </a:stretch>
        </p:blipFill>
        <p:spPr>
          <a:xfrm>
            <a:off x="-260350" y="5608320"/>
            <a:ext cx="12759055" cy="1661795"/>
          </a:xfrm>
          <a:prstGeom prst="rect">
            <a:avLst/>
          </a:prstGeom>
        </p:spPr>
      </p:pic>
      <p:pic>
        <p:nvPicPr>
          <p:cNvPr id="8" name="Picture 7" descr="tendadestra"/>
          <p:cNvPicPr>
            <a:picLocks noChangeAspect="true"/>
          </p:cNvPicPr>
          <p:nvPr/>
        </p:nvPicPr>
        <p:blipFill>
          <a:blip r:embed="rId2"/>
          <a:stretch>
            <a:fillRect/>
          </a:stretch>
        </p:blipFill>
        <p:spPr>
          <a:xfrm>
            <a:off x="9969500" y="14605"/>
            <a:ext cx="2361565" cy="6834505"/>
          </a:xfrm>
          <a:prstGeom prst="rect">
            <a:avLst/>
          </a:prstGeom>
        </p:spPr>
      </p:pic>
      <p:pic>
        <p:nvPicPr>
          <p:cNvPr id="6" name="Picture 5" descr="tendesinistra"/>
          <p:cNvPicPr>
            <a:picLocks noChangeAspect="true"/>
          </p:cNvPicPr>
          <p:nvPr/>
        </p:nvPicPr>
        <p:blipFill>
          <a:blip r:embed="rId3"/>
          <a:stretch>
            <a:fillRect/>
          </a:stretch>
        </p:blipFill>
        <p:spPr>
          <a:xfrm>
            <a:off x="-25400" y="13970"/>
            <a:ext cx="2348230" cy="6835775"/>
          </a:xfrm>
          <a:prstGeom prst="rect">
            <a:avLst/>
          </a:prstGeom>
        </p:spPr>
      </p:pic>
      <p:sp>
        <p:nvSpPr>
          <p:cNvPr id="5" name="Text Box 4"/>
          <p:cNvSpPr txBox="true"/>
          <p:nvPr/>
        </p:nvSpPr>
        <p:spPr>
          <a:xfrm>
            <a:off x="1347470" y="111125"/>
            <a:ext cx="9496425" cy="1106805"/>
          </a:xfrm>
          <a:prstGeom prst="rect">
            <a:avLst/>
          </a:prstGeom>
          <a:noFill/>
        </p:spPr>
        <p:txBody>
          <a:bodyPr wrap="square" rtlCol="0">
            <a:spAutoFit/>
          </a:bodyPr>
          <a:p>
            <a:pPr algn="ctr" fontAlgn="auto"/>
            <a:r>
              <a:rPr lang="en-US" altLang="en-US" sz="6600">
                <a:ln w="28575" cmpd="sng">
                  <a:solidFill>
                    <a:srgbClr val="47FF52"/>
                  </a:solidFill>
                  <a:prstDash val="solid"/>
                </a:ln>
                <a:solidFill>
                  <a:srgbClr val="644647"/>
                </a:solidFill>
                <a:latin typeface="OPTINational-Gothic" charset="0"/>
                <a:cs typeface="OPTINational-Gothic" charset="0"/>
              </a:rPr>
              <a:t>DA CARTESIO A PHILIP GLASS</a:t>
            </a:r>
            <a:endParaRPr lang="en-US" altLang="en-US" sz="6600">
              <a:ln w="28575" cmpd="sng">
                <a:solidFill>
                  <a:srgbClr val="47FF52"/>
                </a:solidFill>
                <a:prstDash val="solid"/>
              </a:ln>
              <a:solidFill>
                <a:srgbClr val="644647"/>
              </a:solidFill>
              <a:latin typeface="OPTINational-Gothic" charset="0"/>
              <a:cs typeface="OPTINational-Gothic" charset="0"/>
            </a:endParaRPr>
          </a:p>
        </p:txBody>
      </p:sp>
      <p:pic>
        <p:nvPicPr>
          <p:cNvPr id="3" name="Picture 2" descr="statua1"/>
          <p:cNvPicPr>
            <a:picLocks noChangeAspect="true"/>
          </p:cNvPicPr>
          <p:nvPr/>
        </p:nvPicPr>
        <p:blipFill>
          <a:blip r:embed="rId4"/>
          <a:stretch>
            <a:fillRect/>
          </a:stretch>
        </p:blipFill>
        <p:spPr>
          <a:xfrm>
            <a:off x="298450" y="3103880"/>
            <a:ext cx="1278255" cy="3744595"/>
          </a:xfrm>
          <a:prstGeom prst="rect">
            <a:avLst/>
          </a:prstGeom>
        </p:spPr>
      </p:pic>
      <p:sp>
        <p:nvSpPr>
          <p:cNvPr id="4" name="Text Box 3"/>
          <p:cNvSpPr txBox="true"/>
          <p:nvPr/>
        </p:nvSpPr>
        <p:spPr>
          <a:xfrm>
            <a:off x="5071745" y="2366010"/>
            <a:ext cx="2047240" cy="460375"/>
          </a:xfrm>
          <a:prstGeom prst="rect">
            <a:avLst/>
          </a:prstGeom>
          <a:noFill/>
        </p:spPr>
        <p:txBody>
          <a:bodyPr wrap="square" rtlCol="0">
            <a:spAutoFit/>
          </a:bodyPr>
          <a:p>
            <a:pPr algn="ctr" fontAlgn="auto"/>
            <a:r>
              <a:rPr lang="en-US" altLang="en-US" sz="2400">
                <a:ln w="12700" cmpd="sng">
                  <a:solidFill>
                    <a:srgbClr val="47FF52"/>
                  </a:solidFill>
                  <a:prstDash val="solid"/>
                </a:ln>
                <a:solidFill>
                  <a:srgbClr val="644647"/>
                </a:solidFill>
                <a:latin typeface="OPTINational-Gothic" charset="0"/>
                <a:cs typeface="OPTINational-Gothic" charset="0"/>
              </a:rPr>
              <a:t>Directed by</a:t>
            </a:r>
            <a:endParaRPr lang="en-US" altLang="en-US" sz="2400">
              <a:ln w="12700" cmpd="sng">
                <a:solidFill>
                  <a:srgbClr val="47FF52"/>
                </a:solidFill>
                <a:prstDash val="solid"/>
              </a:ln>
              <a:solidFill>
                <a:srgbClr val="644647"/>
              </a:solidFill>
              <a:latin typeface="OPTINational-Gothic" charset="0"/>
              <a:cs typeface="OPTINational-Gothic" charset="0"/>
            </a:endParaRPr>
          </a:p>
        </p:txBody>
      </p:sp>
      <p:sp>
        <p:nvSpPr>
          <p:cNvPr id="9" name="Text Box 8"/>
          <p:cNvSpPr txBox="true"/>
          <p:nvPr/>
        </p:nvSpPr>
        <p:spPr>
          <a:xfrm>
            <a:off x="2404110" y="2826385"/>
            <a:ext cx="7430135" cy="706755"/>
          </a:xfrm>
          <a:prstGeom prst="rect">
            <a:avLst/>
          </a:prstGeom>
          <a:noFill/>
        </p:spPr>
        <p:txBody>
          <a:bodyPr wrap="square" rtlCol="0">
            <a:spAutoFit/>
          </a:bodyPr>
          <a:p>
            <a:pPr algn="ctr" fontAlgn="auto"/>
            <a:r>
              <a:rPr lang="en-US" altLang="en-US" sz="4000">
                <a:ln w="28575" cmpd="sng">
                  <a:solidFill>
                    <a:srgbClr val="47FF52"/>
                  </a:solidFill>
                  <a:prstDash val="solid"/>
                </a:ln>
                <a:solidFill>
                  <a:srgbClr val="644647"/>
                </a:solidFill>
                <a:latin typeface="OPTINational-Gothic" charset="0"/>
                <a:cs typeface="OPTINational-Gothic" charset="0"/>
              </a:rPr>
              <a:t>SALVATORE PALUMBO</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sp>
        <p:nvSpPr>
          <p:cNvPr id="10" name="Text Box 9"/>
          <p:cNvSpPr txBox="true"/>
          <p:nvPr/>
        </p:nvSpPr>
        <p:spPr>
          <a:xfrm>
            <a:off x="2463800" y="3973830"/>
            <a:ext cx="7430135" cy="521970"/>
          </a:xfrm>
          <a:prstGeom prst="rect">
            <a:avLst/>
          </a:prstGeom>
          <a:noFill/>
        </p:spPr>
        <p:txBody>
          <a:bodyPr wrap="square" rtlCol="0">
            <a:spAutoFit/>
          </a:bodyPr>
          <a:p>
            <a:pPr algn="ctr" fontAlgn="auto"/>
            <a:r>
              <a:rPr lang="en-US" altLang="en-US" sz="2800">
                <a:ln w="19050" cmpd="sng">
                  <a:solidFill>
                    <a:srgbClr val="47FF52"/>
                  </a:solidFill>
                  <a:prstDash val="solid"/>
                </a:ln>
                <a:solidFill>
                  <a:srgbClr val="644647"/>
                </a:solidFill>
                <a:latin typeface="OPTINational-Gothic" charset="0"/>
                <a:cs typeface="OPTINational-Gothic" charset="0"/>
              </a:rPr>
              <a:t>Anno Scolastico 2020-2021</a:t>
            </a:r>
            <a:endParaRPr lang="en-US" altLang="en-US" sz="2800">
              <a:ln w="19050" cmpd="sng">
                <a:solidFill>
                  <a:srgbClr val="47FF52"/>
                </a:solidFill>
                <a:prstDash val="solid"/>
              </a:ln>
              <a:solidFill>
                <a:srgbClr val="644647"/>
              </a:solidFill>
              <a:latin typeface="OPTINational-Gothic" charset="0"/>
              <a:cs typeface="OPTINational-Gothic" charset="0"/>
            </a:endParaRPr>
          </a:p>
        </p:txBody>
      </p:sp>
      <p:pic>
        <p:nvPicPr>
          <p:cNvPr id="12" name="Picture 11" descr="saturn"/>
          <p:cNvPicPr>
            <a:picLocks noChangeAspect="true"/>
          </p:cNvPicPr>
          <p:nvPr/>
        </p:nvPicPr>
        <p:blipFill>
          <a:blip r:embed="rId5"/>
          <a:stretch>
            <a:fillRect/>
          </a:stretch>
        </p:blipFill>
        <p:spPr>
          <a:xfrm>
            <a:off x="9610725" y="3750310"/>
            <a:ext cx="3200400"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ithium-2784853_1920"/>
          <p:cNvPicPr>
            <a:picLocks noChangeAspect="true"/>
          </p:cNvPicPr>
          <p:nvPr/>
        </p:nvPicPr>
        <p:blipFill>
          <a:blip r:embed="rId1"/>
          <a:stretch>
            <a:fillRect/>
          </a:stretch>
        </p:blipFill>
        <p:spPr>
          <a:xfrm>
            <a:off x="-802640" y="734060"/>
            <a:ext cx="6633845" cy="4429125"/>
          </a:xfrm>
          <a:prstGeom prst="rect">
            <a:avLst/>
          </a:prstGeom>
        </p:spPr>
      </p:pic>
      <p:pic>
        <p:nvPicPr>
          <p:cNvPr id="7" name="Picture 6" descr="pavimento"/>
          <p:cNvPicPr>
            <a:picLocks noChangeAspect="true"/>
          </p:cNvPicPr>
          <p:nvPr/>
        </p:nvPicPr>
        <p:blipFill>
          <a:blip r:embed="rId2"/>
          <a:stretch>
            <a:fillRect/>
          </a:stretch>
        </p:blipFill>
        <p:spPr>
          <a:xfrm>
            <a:off x="-246380" y="6127750"/>
            <a:ext cx="12650470" cy="974090"/>
          </a:xfrm>
          <a:prstGeom prst="rect">
            <a:avLst/>
          </a:prstGeom>
        </p:spPr>
      </p:pic>
      <p:sp>
        <p:nvSpPr>
          <p:cNvPr id="3" name="Text Box 2"/>
          <p:cNvSpPr txBox="true"/>
          <p:nvPr/>
        </p:nvSpPr>
        <p:spPr>
          <a:xfrm>
            <a:off x="1183005" y="5047615"/>
            <a:ext cx="2153920" cy="337185"/>
          </a:xfrm>
          <a:prstGeom prst="rect">
            <a:avLst/>
          </a:prstGeom>
          <a:noFill/>
        </p:spPr>
        <p:txBody>
          <a:bodyPr wrap="square" rtlCol="0">
            <a:spAutoFit/>
          </a:bodyPr>
          <a:lstStyle/>
          <a:p>
            <a:pPr fontAlgn="auto"/>
            <a:r>
              <a:rPr lang="en-US" altLang="en-US" sz="1600">
                <a:ln w="0" cmpd="sng">
                  <a:noFill/>
                  <a:prstDash val="solid"/>
                </a:ln>
                <a:solidFill>
                  <a:srgbClr val="47FF52"/>
                </a:solidFill>
                <a:latin typeface="OPTINational-Gothic" charset="0"/>
                <a:cs typeface="OPTINational-Gothic" charset="0"/>
              </a:rPr>
              <a:t>- Modello atomico di Bohr</a:t>
            </a:r>
            <a:endParaRPr lang="en-US" altLang="en-US" sz="1600">
              <a:ln w="0" cmpd="sng">
                <a:noFill/>
                <a:prstDash val="solid"/>
              </a:ln>
              <a:solidFill>
                <a:srgbClr val="47FF52"/>
              </a:solidFill>
              <a:latin typeface="OPTINational-Gothic" charset="0"/>
              <a:cs typeface="OPTINational-Gothic" charset="0"/>
            </a:endParaRPr>
          </a:p>
        </p:txBody>
      </p:sp>
      <p:graphicFrame>
        <p:nvGraphicFramePr>
          <p:cNvPr id="4" name="Diagram 3"/>
          <p:cNvGraphicFramePr/>
          <p:nvPr/>
        </p:nvGraphicFramePr>
        <p:xfrm>
          <a:off x="4387215" y="945515"/>
          <a:ext cx="3185160" cy="4949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 Box 5"/>
          <p:cNvSpPr txBox="true"/>
          <p:nvPr/>
        </p:nvSpPr>
        <p:spPr>
          <a:xfrm>
            <a:off x="4902835" y="5893435"/>
            <a:ext cx="2153920" cy="337185"/>
          </a:xfrm>
          <a:prstGeom prst="rect">
            <a:avLst/>
          </a:prstGeom>
          <a:noFill/>
        </p:spPr>
        <p:txBody>
          <a:bodyPr wrap="square" rtlCol="0">
            <a:spAutoFit/>
          </a:bodyPr>
          <a:lstStyle/>
          <a:p>
            <a:pPr algn="ctr" fontAlgn="auto"/>
            <a:r>
              <a:rPr lang="en-US" altLang="en-US" sz="1600">
                <a:ln w="1270" cmpd="sng">
                  <a:noFill/>
                  <a:prstDash val="solid"/>
                </a:ln>
                <a:solidFill>
                  <a:srgbClr val="47FF52"/>
                </a:solidFill>
                <a:latin typeface="OPTINational-Gothic" charset="0"/>
                <a:cs typeface="OPTINational-Gothic" charset="0"/>
              </a:rPr>
              <a:t>- Metodo induttivo</a:t>
            </a:r>
            <a:endParaRPr lang="en-US" altLang="en-US" sz="1600">
              <a:ln w="1270" cmpd="sng">
                <a:noFill/>
                <a:prstDash val="solid"/>
              </a:ln>
              <a:solidFill>
                <a:srgbClr val="47FF52"/>
              </a:solidFill>
              <a:latin typeface="OPTINational-Gothic" charset="0"/>
              <a:cs typeface="OPTINational-Gothic" charset="0"/>
            </a:endParaRPr>
          </a:p>
        </p:txBody>
      </p:sp>
      <p:pic>
        <p:nvPicPr>
          <p:cNvPr id="9" name="Picture 8" descr="1024px-Cartesian-coordinate-system.svg"/>
          <p:cNvPicPr>
            <a:picLocks noChangeAspect="true"/>
          </p:cNvPicPr>
          <p:nvPr/>
        </p:nvPicPr>
        <p:blipFill>
          <a:blip r:embed="rId8"/>
          <a:stretch>
            <a:fillRect/>
          </a:stretch>
        </p:blipFill>
        <p:spPr>
          <a:xfrm>
            <a:off x="7271385" y="734060"/>
            <a:ext cx="5061585" cy="5061585"/>
          </a:xfrm>
          <a:prstGeom prst="rect">
            <a:avLst/>
          </a:prstGeom>
        </p:spPr>
      </p:pic>
      <p:sp>
        <p:nvSpPr>
          <p:cNvPr id="5" name="Text Box 4"/>
          <p:cNvSpPr txBox="true"/>
          <p:nvPr/>
        </p:nvSpPr>
        <p:spPr>
          <a:xfrm>
            <a:off x="3607435" y="140335"/>
            <a:ext cx="4942840" cy="706755"/>
          </a:xfrm>
          <a:prstGeom prst="rect">
            <a:avLst/>
          </a:prstGeom>
          <a:noFill/>
        </p:spPr>
        <p:txBody>
          <a:bodyPr wrap="square" rtlCol="0">
            <a:spAutoFit/>
          </a:bodyPr>
          <a:lstStyle/>
          <a:p>
            <a:r>
              <a:rPr lang="" altLang="en-US" sz="4000">
                <a:ln w="28575" cmpd="sng">
                  <a:solidFill>
                    <a:srgbClr val="47FF52"/>
                  </a:solidFill>
                  <a:prstDash val="solid"/>
                </a:ln>
                <a:solidFill>
                  <a:srgbClr val="644647"/>
                </a:solidFill>
                <a:latin typeface="OPTINational-Gothic" charset="0"/>
                <a:cs typeface="OPTINational-Gothic" charset="0"/>
              </a:rPr>
              <a:t>IL METODO E IL MODELLO</a:t>
            </a:r>
            <a:endParaRPr lang="" altLang="en-US" sz="4000">
              <a:ln w="28575" cmpd="sng">
                <a:solidFill>
                  <a:srgbClr val="47FF52"/>
                </a:solidFill>
                <a:prstDash val="solid"/>
              </a:ln>
              <a:solidFill>
                <a:srgbClr val="644647"/>
              </a:solidFill>
              <a:latin typeface="OPTINational-Gothic" charset="0"/>
              <a:cs typeface="OPTINational-Gothic" charset="0"/>
            </a:endParaRPr>
          </a:p>
        </p:txBody>
      </p:sp>
      <p:sp>
        <p:nvSpPr>
          <p:cNvPr id="10" name="Text Box 9"/>
          <p:cNvSpPr txBox="true"/>
          <p:nvPr/>
        </p:nvSpPr>
        <p:spPr>
          <a:xfrm>
            <a:off x="8622030" y="5661025"/>
            <a:ext cx="2360930" cy="337185"/>
          </a:xfrm>
          <a:prstGeom prst="rect">
            <a:avLst/>
          </a:prstGeom>
          <a:noFill/>
        </p:spPr>
        <p:txBody>
          <a:bodyPr wrap="square" rtlCol="0">
            <a:spAutoFit/>
          </a:bodyPr>
          <a:lstStyle/>
          <a:p>
            <a:pPr fontAlgn="auto"/>
            <a:r>
              <a:rPr lang="en-US" altLang="en-US" sz="1600">
                <a:ln w="1270" cmpd="sng">
                  <a:noFill/>
                  <a:prstDash val="solid"/>
                </a:ln>
                <a:solidFill>
                  <a:srgbClr val="47FF52"/>
                </a:solidFill>
                <a:latin typeface="OPTINational-Gothic" charset="0"/>
                <a:cs typeface="OPTINational-Gothic" charset="0"/>
              </a:rPr>
              <a:t>- Sistema di assi cartesiani</a:t>
            </a:r>
            <a:endParaRPr lang="en-US" altLang="en-US" sz="1600">
              <a:ln w="1270" cmpd="sng">
                <a:noFill/>
                <a:prstDash val="solid"/>
              </a:ln>
              <a:solidFill>
                <a:srgbClr val="47FF52"/>
              </a:solidFill>
              <a:latin typeface="OPTINational-Gothic" charset="0"/>
              <a:cs typeface="OPTINational-Gothic"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3720465" y="149860"/>
            <a:ext cx="4751070"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ALGEBRA E GEOMETRIA</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pic>
        <p:nvPicPr>
          <p:cNvPr id="8" name="Picture 7" descr="Oresme-Nicole"/>
          <p:cNvPicPr>
            <a:picLocks noChangeAspect="true"/>
          </p:cNvPicPr>
          <p:nvPr/>
        </p:nvPicPr>
        <p:blipFill>
          <a:blip r:embed="rId2"/>
          <a:stretch>
            <a:fillRect/>
          </a:stretch>
        </p:blipFill>
        <p:spPr>
          <a:xfrm>
            <a:off x="358140" y="149860"/>
            <a:ext cx="1783080" cy="3017520"/>
          </a:xfrm>
          <a:prstGeom prst="rect">
            <a:avLst/>
          </a:prstGeom>
        </p:spPr>
      </p:pic>
      <p:pic>
        <p:nvPicPr>
          <p:cNvPr id="11" name="Picture 10" descr="Frans_Hals_-_Portret_van_René_Descartes"/>
          <p:cNvPicPr>
            <a:picLocks noChangeAspect="true"/>
          </p:cNvPicPr>
          <p:nvPr/>
        </p:nvPicPr>
        <p:blipFill>
          <a:blip r:embed="rId3"/>
          <a:stretch>
            <a:fillRect/>
          </a:stretch>
        </p:blipFill>
        <p:spPr>
          <a:xfrm>
            <a:off x="9355455" y="149860"/>
            <a:ext cx="2464435" cy="3016885"/>
          </a:xfrm>
          <a:prstGeom prst="rect">
            <a:avLst/>
          </a:prstGeom>
        </p:spPr>
      </p:pic>
      <p:sp>
        <p:nvSpPr>
          <p:cNvPr id="13" name="Text Box 12"/>
          <p:cNvSpPr txBox="true"/>
          <p:nvPr/>
        </p:nvSpPr>
        <p:spPr>
          <a:xfrm>
            <a:off x="358140" y="3353435"/>
            <a:ext cx="2153920" cy="337185"/>
          </a:xfrm>
          <a:prstGeom prst="rect">
            <a:avLst/>
          </a:prstGeom>
          <a:noFill/>
        </p:spPr>
        <p:txBody>
          <a:bodyPr wrap="square" rtlCol="0">
            <a:spAutoFit/>
          </a:bodyPr>
          <a:lstStyle/>
          <a:p>
            <a:pPr fontAlgn="auto"/>
            <a:r>
              <a:rPr lang="en-US" altLang="en-US" sz="1600">
                <a:ln w="6350" cmpd="sng">
                  <a:noFill/>
                  <a:prstDash val="solid"/>
                </a:ln>
                <a:solidFill>
                  <a:srgbClr val="47FF52"/>
                </a:solidFill>
                <a:latin typeface="OPTINational-Gothic" charset="0"/>
                <a:cs typeface="OPTINational-Gothic" charset="0"/>
              </a:rPr>
              <a:t>- Nicola d’Oresme</a:t>
            </a:r>
            <a:endParaRPr lang="en-US" altLang="en-US" sz="1600">
              <a:ln w="6350" cmpd="sng">
                <a:noFill/>
                <a:prstDash val="solid"/>
              </a:ln>
              <a:solidFill>
                <a:srgbClr val="47FF52"/>
              </a:solidFill>
              <a:latin typeface="OPTINational-Gothic" charset="0"/>
              <a:cs typeface="OPTINational-Gothic" charset="0"/>
            </a:endParaRPr>
          </a:p>
        </p:txBody>
      </p:sp>
      <p:sp>
        <p:nvSpPr>
          <p:cNvPr id="14" name="Text Box 13"/>
          <p:cNvSpPr txBox="true"/>
          <p:nvPr/>
        </p:nvSpPr>
        <p:spPr>
          <a:xfrm>
            <a:off x="9665970" y="3353435"/>
            <a:ext cx="2153920" cy="337185"/>
          </a:xfrm>
          <a:prstGeom prst="rect">
            <a:avLst/>
          </a:prstGeom>
          <a:noFill/>
        </p:spPr>
        <p:txBody>
          <a:bodyPr wrap="square" rtlCol="0">
            <a:spAutoFit/>
          </a:bodyPr>
          <a:lstStyle/>
          <a:p>
            <a:pPr algn="r" fontAlgn="auto"/>
            <a:r>
              <a:rPr lang="en-US" altLang="en-US" sz="1600">
                <a:ln w="6350" cmpd="sng">
                  <a:noFill/>
                  <a:prstDash val="solid"/>
                </a:ln>
                <a:solidFill>
                  <a:srgbClr val="47FF52"/>
                </a:solidFill>
                <a:latin typeface="OPTINational-Gothic" charset="0"/>
                <a:cs typeface="OPTINational-Gothic" charset="0"/>
              </a:rPr>
              <a:t>René Descartes - </a:t>
            </a:r>
            <a:endParaRPr lang="en-US" altLang="en-US" sz="1600">
              <a:ln w="6350" cmpd="sng">
                <a:noFill/>
                <a:prstDash val="solid"/>
              </a:ln>
              <a:solidFill>
                <a:srgbClr val="47FF52"/>
              </a:solidFill>
              <a:latin typeface="OPTINational-Gothic" charset="0"/>
              <a:cs typeface="OPTINational-Gothic" charset="0"/>
            </a:endParaRPr>
          </a:p>
        </p:txBody>
      </p:sp>
      <p:sp>
        <p:nvSpPr>
          <p:cNvPr id="15" name="Right Arrow 14"/>
          <p:cNvSpPr/>
          <p:nvPr/>
        </p:nvSpPr>
        <p:spPr>
          <a:xfrm>
            <a:off x="3977640" y="1324610"/>
            <a:ext cx="3542030" cy="930275"/>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en-US" sz="1500"/>
              <a:t>Sistema di assi per rappresentare lo spazio</a:t>
            </a:r>
            <a:endParaRPr lang="en-US" altLang="en-US" sz="1500"/>
          </a:p>
        </p:txBody>
      </p:sp>
      <p:sp>
        <p:nvSpPr>
          <p:cNvPr id="18" name="Freeform 17"/>
          <p:cNvSpPr/>
          <p:nvPr/>
        </p:nvSpPr>
        <p:spPr>
          <a:xfrm>
            <a:off x="8471535" y="4145915"/>
            <a:ext cx="2230755" cy="1527175"/>
          </a:xfrm>
          <a:custGeom>
            <a:avLst/>
            <a:gdLst>
              <a:gd name="connsiteX0" fmla="*/ 0 w 2952"/>
              <a:gd name="connsiteY0" fmla="*/ 1519 h 2273"/>
              <a:gd name="connsiteX1" fmla="*/ 755 w 2952"/>
              <a:gd name="connsiteY1" fmla="*/ 764 h 2273"/>
              <a:gd name="connsiteX2" fmla="*/ 755 w 2952"/>
              <a:gd name="connsiteY2" fmla="*/ 1141 h 2273"/>
              <a:gd name="connsiteX3" fmla="*/ 2197 w 2952"/>
              <a:gd name="connsiteY3" fmla="*/ 1141 h 2273"/>
              <a:gd name="connsiteX4" fmla="*/ 2197 w 2952"/>
              <a:gd name="connsiteY4" fmla="*/ 10 h 2273"/>
              <a:gd name="connsiteX5" fmla="*/ 2382 w 2952"/>
              <a:gd name="connsiteY5" fmla="*/ 15 h 2273"/>
              <a:gd name="connsiteX6" fmla="*/ 2589 w 2952"/>
              <a:gd name="connsiteY6" fmla="*/ 0 h 2273"/>
              <a:gd name="connsiteX7" fmla="*/ 2752 w 2952"/>
              <a:gd name="connsiteY7" fmla="*/ 0 h 2273"/>
              <a:gd name="connsiteX8" fmla="*/ 2952 w 2952"/>
              <a:gd name="connsiteY8" fmla="*/ 10 h 2273"/>
              <a:gd name="connsiteX9" fmla="*/ 2952 w 2952"/>
              <a:gd name="connsiteY9" fmla="*/ 1896 h 2273"/>
              <a:gd name="connsiteX10" fmla="*/ 755 w 2952"/>
              <a:gd name="connsiteY10" fmla="*/ 1896 h 2273"/>
              <a:gd name="connsiteX11" fmla="*/ 755 w 2952"/>
              <a:gd name="connsiteY11" fmla="*/ 2273 h 2273"/>
              <a:gd name="connsiteX12" fmla="*/ 0 w 2952"/>
              <a:gd name="connsiteY12" fmla="*/ 1519 h 2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52" h="2273">
                <a:moveTo>
                  <a:pt x="0" y="1519"/>
                </a:moveTo>
                <a:lnTo>
                  <a:pt x="755" y="764"/>
                </a:lnTo>
                <a:lnTo>
                  <a:pt x="755" y="1141"/>
                </a:lnTo>
                <a:lnTo>
                  <a:pt x="2197" y="1141"/>
                </a:lnTo>
                <a:lnTo>
                  <a:pt x="2197" y="10"/>
                </a:lnTo>
                <a:lnTo>
                  <a:pt x="2382" y="15"/>
                </a:lnTo>
                <a:lnTo>
                  <a:pt x="2589" y="0"/>
                </a:lnTo>
                <a:lnTo>
                  <a:pt x="2752" y="0"/>
                </a:lnTo>
                <a:lnTo>
                  <a:pt x="2952" y="10"/>
                </a:lnTo>
                <a:lnTo>
                  <a:pt x="2952" y="1896"/>
                </a:lnTo>
                <a:lnTo>
                  <a:pt x="755" y="1896"/>
                </a:lnTo>
                <a:lnTo>
                  <a:pt x="755" y="2273"/>
                </a:lnTo>
                <a:lnTo>
                  <a:pt x="0" y="1519"/>
                </a:lnTo>
                <a:close/>
              </a:path>
            </a:pathLst>
          </a:cu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en-US" sz="1600"/>
              <a:t>    </a:t>
            </a:r>
            <a:endParaRPr lang="en-US" altLang="en-US" sz="1600"/>
          </a:p>
          <a:p>
            <a:pPr algn="ctr"/>
            <a:endParaRPr lang="en-US" altLang="en-US" sz="1600"/>
          </a:p>
          <a:p>
            <a:pPr algn="ctr"/>
            <a:r>
              <a:rPr lang="en-US" altLang="en-US" sz="1600"/>
              <a:t>      </a:t>
            </a:r>
            <a:r>
              <a:rPr lang="en-US" altLang="en-US" sz="1500"/>
              <a:t>Mathesis Universalis </a:t>
            </a:r>
            <a:endParaRPr lang="en-US" altLang="en-US" sz="1500"/>
          </a:p>
        </p:txBody>
      </p:sp>
      <p:pic>
        <p:nvPicPr>
          <p:cNvPr id="21" name="Picture 20" descr="circonferenza"/>
          <p:cNvPicPr>
            <a:picLocks noChangeAspect="true"/>
          </p:cNvPicPr>
          <p:nvPr/>
        </p:nvPicPr>
        <p:blipFill>
          <a:blip r:embed="rId4"/>
          <a:stretch>
            <a:fillRect/>
          </a:stretch>
        </p:blipFill>
        <p:spPr>
          <a:xfrm>
            <a:off x="3849370" y="2600325"/>
            <a:ext cx="3799205" cy="3587115"/>
          </a:xfrm>
          <a:prstGeom prst="rect">
            <a:avLst/>
          </a:prstGeom>
        </p:spPr>
      </p:pic>
      <p:sp>
        <p:nvSpPr>
          <p:cNvPr id="2" name="Text Box 1"/>
          <p:cNvSpPr txBox="true"/>
          <p:nvPr/>
        </p:nvSpPr>
        <p:spPr>
          <a:xfrm>
            <a:off x="1566545" y="4617720"/>
            <a:ext cx="2153920" cy="583565"/>
          </a:xfrm>
          <a:prstGeom prst="rect">
            <a:avLst/>
          </a:prstGeom>
          <a:noFill/>
        </p:spPr>
        <p:txBody>
          <a:bodyPr wrap="square" rtlCol="0">
            <a:spAutoFit/>
          </a:bodyPr>
          <a:lstStyle/>
          <a:p>
            <a:pPr fontAlgn="auto"/>
            <a:r>
              <a:rPr lang="en-US" altLang="en-US" sz="1600">
                <a:ln w="6350" cmpd="sng">
                  <a:noFill/>
                  <a:prstDash val="solid"/>
                </a:ln>
                <a:solidFill>
                  <a:srgbClr val="47FF52"/>
                </a:solidFill>
                <a:latin typeface="OPTINational-Gothic" charset="0"/>
                <a:cs typeface="OPTINational-Gothic" charset="0"/>
              </a:rPr>
              <a:t>Rappresentazione grafica dell’ equazione:</a:t>
            </a:r>
            <a:endParaRPr lang="en-US" altLang="en-US" sz="1600">
              <a:ln w="6350" cmpd="sng">
                <a:noFill/>
                <a:prstDash val="solid"/>
              </a:ln>
              <a:solidFill>
                <a:srgbClr val="47FF52"/>
              </a:solidFill>
              <a:latin typeface="OPTINational-Gothic" charset="0"/>
              <a:cs typeface="OPTINational-Gothic" charset="0"/>
            </a:endParaRPr>
          </a:p>
        </p:txBody>
      </p:sp>
      <p:pic>
        <p:nvPicPr>
          <p:cNvPr id="3" name="Picture 2" descr="equazione"/>
          <p:cNvPicPr>
            <a:picLocks noChangeAspect="true"/>
          </p:cNvPicPr>
          <p:nvPr/>
        </p:nvPicPr>
        <p:blipFill>
          <a:blip r:embed="rId5"/>
          <a:stretch>
            <a:fillRect/>
          </a:stretch>
        </p:blipFill>
        <p:spPr>
          <a:xfrm>
            <a:off x="1842770" y="5457825"/>
            <a:ext cx="1442720" cy="4140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4947285" y="149860"/>
            <a:ext cx="2297430"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FUNZIONE</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pic>
        <p:nvPicPr>
          <p:cNvPr id="2" name="Picture 1" descr="funzione"/>
          <p:cNvPicPr>
            <a:picLocks noChangeAspect="true"/>
          </p:cNvPicPr>
          <p:nvPr/>
        </p:nvPicPr>
        <p:blipFill>
          <a:blip r:embed="rId2"/>
          <a:stretch>
            <a:fillRect/>
          </a:stretch>
        </p:blipFill>
        <p:spPr>
          <a:xfrm>
            <a:off x="2931795" y="923925"/>
            <a:ext cx="6293485" cy="3539490"/>
          </a:xfrm>
          <a:prstGeom prst="rect">
            <a:avLst/>
          </a:prstGeom>
        </p:spPr>
      </p:pic>
      <p:sp>
        <p:nvSpPr>
          <p:cNvPr id="13" name="Text Box 12"/>
          <p:cNvSpPr txBox="true"/>
          <p:nvPr/>
        </p:nvSpPr>
        <p:spPr>
          <a:xfrm>
            <a:off x="5669915" y="4585335"/>
            <a:ext cx="852805" cy="337185"/>
          </a:xfrm>
          <a:prstGeom prst="rect">
            <a:avLst/>
          </a:prstGeom>
          <a:noFill/>
        </p:spPr>
        <p:txBody>
          <a:bodyPr wrap="square" rtlCol="0">
            <a:spAutoFit/>
          </a:bodyPr>
          <a:lstStyle/>
          <a:p>
            <a:pPr fontAlgn="auto"/>
            <a:r>
              <a:rPr lang="en-US" altLang="en-US" sz="1600">
                <a:ln w="6350" cmpd="sng">
                  <a:noFill/>
                  <a:prstDash val="solid"/>
                </a:ln>
                <a:solidFill>
                  <a:srgbClr val="47FF52"/>
                </a:solidFill>
                <a:latin typeface="OPTINational-Gothic" charset="0"/>
                <a:cs typeface="OPTINational-Gothic" charset="0"/>
              </a:rPr>
              <a:t>f(a) = b</a:t>
            </a:r>
            <a:endParaRPr lang="en-US" altLang="en-US" sz="1600">
              <a:ln w="6350" cmpd="sng">
                <a:noFill/>
                <a:prstDash val="solid"/>
              </a:ln>
              <a:solidFill>
                <a:srgbClr val="47FF52"/>
              </a:solidFill>
              <a:latin typeface="OPTINational-Gothic" charset="0"/>
              <a:cs typeface="OPTINational-Gothic" charset="0"/>
            </a:endParaRPr>
          </a:p>
        </p:txBody>
      </p:sp>
      <p:sp>
        <p:nvSpPr>
          <p:cNvPr id="4" name="Text Box 3"/>
          <p:cNvSpPr txBox="true"/>
          <p:nvPr/>
        </p:nvSpPr>
        <p:spPr>
          <a:xfrm>
            <a:off x="4170045" y="5233035"/>
            <a:ext cx="3852545" cy="583565"/>
          </a:xfrm>
          <a:prstGeom prst="rect">
            <a:avLst/>
          </a:prstGeom>
          <a:noFill/>
        </p:spPr>
        <p:txBody>
          <a:bodyPr wrap="square" rtlCol="0">
            <a:spAutoFit/>
          </a:bodyPr>
          <a:lstStyle/>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b è l’immagine di a mediante la funzione f</a:t>
            </a:r>
            <a:endParaRPr lang="en-US" altLang="en-US" sz="1600">
              <a:ln w="6350" cmpd="sng">
                <a:noFill/>
                <a:prstDash val="solid"/>
              </a:ln>
              <a:solidFill>
                <a:srgbClr val="47FF52"/>
              </a:solidFill>
              <a:latin typeface="OPTINational-Gothic" charset="0"/>
              <a:cs typeface="OPTINational-Gothic" charset="0"/>
            </a:endParaRPr>
          </a:p>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a la controimmagine di b mediante f</a:t>
            </a:r>
            <a:endParaRPr lang="en-US" altLang="en-US" sz="1600">
              <a:ln w="6350" cmpd="sng">
                <a:noFill/>
                <a:prstDash val="solid"/>
              </a:ln>
              <a:solidFill>
                <a:srgbClr val="47FF52"/>
              </a:solidFill>
              <a:latin typeface="OPTINational-Gothic" charset="0"/>
              <a:cs typeface="OPTINational-Gothic" charset="0"/>
            </a:endParaRPr>
          </a:p>
        </p:txBody>
      </p:sp>
      <p:sp>
        <p:nvSpPr>
          <p:cNvPr id="6" name="Text Box 5"/>
          <p:cNvSpPr txBox="true"/>
          <p:nvPr/>
        </p:nvSpPr>
        <p:spPr>
          <a:xfrm>
            <a:off x="487045" y="2401570"/>
            <a:ext cx="2153920" cy="583565"/>
          </a:xfrm>
          <a:prstGeom prst="rect">
            <a:avLst/>
          </a:prstGeom>
          <a:noFill/>
        </p:spPr>
        <p:txBody>
          <a:bodyPr wrap="square" rtlCol="0">
            <a:spAutoFit/>
          </a:bodyPr>
          <a:lstStyle/>
          <a:p>
            <a:pPr fontAlgn="auto"/>
            <a:r>
              <a:rPr lang="en-US" altLang="en-US" sz="1600">
                <a:ln w="6350" cmpd="sng">
                  <a:noFill/>
                  <a:prstDash val="solid"/>
                </a:ln>
                <a:solidFill>
                  <a:srgbClr val="47FF52"/>
                </a:solidFill>
                <a:latin typeface="OPTINational-Gothic" charset="0"/>
                <a:cs typeface="OPTINational-Gothic" charset="0"/>
              </a:rPr>
              <a:t>Gruppo A: Dominio</a:t>
            </a:r>
            <a:endParaRPr lang="en-US" altLang="en-US" sz="1600">
              <a:ln w="6350" cmpd="sng">
                <a:noFill/>
                <a:prstDash val="solid"/>
              </a:ln>
              <a:solidFill>
                <a:srgbClr val="47FF52"/>
              </a:solidFill>
              <a:latin typeface="OPTINational-Gothic" charset="0"/>
              <a:cs typeface="OPTINational-Gothic" charset="0"/>
            </a:endParaRPr>
          </a:p>
          <a:p>
            <a:pPr fontAlgn="auto"/>
            <a:r>
              <a:rPr lang="en-US" altLang="en-US" sz="1600">
                <a:ln w="6350" cmpd="sng">
                  <a:noFill/>
                  <a:prstDash val="solid"/>
                </a:ln>
                <a:solidFill>
                  <a:srgbClr val="47FF52"/>
                </a:solidFill>
                <a:latin typeface="OPTINational-Gothic" charset="0"/>
                <a:cs typeface="OPTINational-Gothic" charset="0"/>
              </a:rPr>
              <a:t>Gruppo B: Codominio</a:t>
            </a:r>
            <a:endParaRPr lang="en-US" altLang="en-US" sz="1600">
              <a:ln w="6350" cmpd="sng">
                <a:noFill/>
                <a:prstDash val="solid"/>
              </a:ln>
              <a:solidFill>
                <a:srgbClr val="47FF52"/>
              </a:solidFill>
              <a:latin typeface="OPTINational-Gothic" charset="0"/>
              <a:cs typeface="OPTINational-Gothic"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3983355" y="140335"/>
            <a:ext cx="4225290"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STUDIO DI FUNZIONE</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pic>
        <p:nvPicPr>
          <p:cNvPr id="4" name="Picture 3" descr="funzionedastudio"/>
          <p:cNvPicPr>
            <a:picLocks noChangeAspect="true"/>
          </p:cNvPicPr>
          <p:nvPr/>
        </p:nvPicPr>
        <p:blipFill>
          <a:blip r:embed="rId2"/>
          <a:stretch>
            <a:fillRect/>
          </a:stretch>
        </p:blipFill>
        <p:spPr>
          <a:xfrm>
            <a:off x="121285" y="1139825"/>
            <a:ext cx="3134360" cy="492760"/>
          </a:xfrm>
          <a:prstGeom prst="rect">
            <a:avLst/>
          </a:prstGeom>
        </p:spPr>
      </p:pic>
      <p:sp>
        <p:nvSpPr>
          <p:cNvPr id="6" name="Text Box 5"/>
          <p:cNvSpPr txBox="true"/>
          <p:nvPr/>
        </p:nvSpPr>
        <p:spPr>
          <a:xfrm>
            <a:off x="121285" y="1839595"/>
            <a:ext cx="1944370" cy="337185"/>
          </a:xfrm>
          <a:prstGeom prst="rect">
            <a:avLst/>
          </a:prstGeom>
          <a:noFill/>
        </p:spPr>
        <p:txBody>
          <a:bodyPr wrap="square" rtlCol="0">
            <a:spAutoFit/>
          </a:bodyPr>
          <a:lstStyle/>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Studio il dominio:</a:t>
            </a:r>
            <a:endParaRPr lang="en-US" altLang="en-US" sz="1600">
              <a:ln w="6350" cmpd="sng">
                <a:noFill/>
                <a:prstDash val="solid"/>
              </a:ln>
              <a:solidFill>
                <a:srgbClr val="47FF52"/>
              </a:solidFill>
              <a:latin typeface="OPTINational-Gothic" charset="0"/>
              <a:cs typeface="OPTINational-Gothic" charset="0"/>
            </a:endParaRPr>
          </a:p>
        </p:txBody>
      </p:sp>
      <p:pic>
        <p:nvPicPr>
          <p:cNvPr id="9" name="Picture 8" descr="Dominio"/>
          <p:cNvPicPr>
            <a:picLocks noChangeAspect="true"/>
          </p:cNvPicPr>
          <p:nvPr/>
        </p:nvPicPr>
        <p:blipFill>
          <a:blip r:embed="rId3"/>
          <a:stretch>
            <a:fillRect/>
          </a:stretch>
        </p:blipFill>
        <p:spPr>
          <a:xfrm>
            <a:off x="121285" y="2176780"/>
            <a:ext cx="3366770" cy="465455"/>
          </a:xfrm>
          <a:prstGeom prst="rect">
            <a:avLst/>
          </a:prstGeom>
        </p:spPr>
      </p:pic>
      <p:sp>
        <p:nvSpPr>
          <p:cNvPr id="10" name="Text Box 9"/>
          <p:cNvSpPr txBox="true"/>
          <p:nvPr/>
        </p:nvSpPr>
        <p:spPr>
          <a:xfrm>
            <a:off x="121285" y="2835275"/>
            <a:ext cx="2520315" cy="337185"/>
          </a:xfrm>
          <a:prstGeom prst="rect">
            <a:avLst/>
          </a:prstGeom>
          <a:noFill/>
        </p:spPr>
        <p:txBody>
          <a:bodyPr wrap="square" rtlCol="0">
            <a:spAutoFit/>
          </a:bodyPr>
          <a:lstStyle/>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Valuto la positività:</a:t>
            </a:r>
            <a:endParaRPr lang="en-US" altLang="en-US" sz="1600">
              <a:ln w="6350" cmpd="sng">
                <a:noFill/>
                <a:prstDash val="solid"/>
              </a:ln>
              <a:solidFill>
                <a:srgbClr val="47FF52"/>
              </a:solidFill>
              <a:latin typeface="OPTINational-Gothic" charset="0"/>
              <a:cs typeface="OPTINational-Gothic" charset="0"/>
            </a:endParaRPr>
          </a:p>
        </p:txBody>
      </p:sp>
      <p:pic>
        <p:nvPicPr>
          <p:cNvPr id="11" name="Picture 10" descr="positività"/>
          <p:cNvPicPr>
            <a:picLocks noChangeAspect="true"/>
          </p:cNvPicPr>
          <p:nvPr/>
        </p:nvPicPr>
        <p:blipFill>
          <a:blip r:embed="rId4"/>
          <a:stretch>
            <a:fillRect/>
          </a:stretch>
        </p:blipFill>
        <p:spPr>
          <a:xfrm>
            <a:off x="121285" y="3172460"/>
            <a:ext cx="2590165" cy="608330"/>
          </a:xfrm>
          <a:prstGeom prst="rect">
            <a:avLst/>
          </a:prstGeom>
        </p:spPr>
      </p:pic>
      <p:sp>
        <p:nvSpPr>
          <p:cNvPr id="12" name="Text Box 11"/>
          <p:cNvSpPr txBox="true"/>
          <p:nvPr/>
        </p:nvSpPr>
        <p:spPr>
          <a:xfrm>
            <a:off x="121285" y="3994785"/>
            <a:ext cx="2520315" cy="583565"/>
          </a:xfrm>
          <a:prstGeom prst="rect">
            <a:avLst/>
          </a:prstGeom>
          <a:noFill/>
        </p:spPr>
        <p:txBody>
          <a:bodyPr wrap="square" rtlCol="0">
            <a:spAutoFit/>
          </a:bodyPr>
          <a:lstStyle/>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Eventuali limiti: </a:t>
            </a:r>
            <a:endParaRPr lang="en-US" altLang="en-US" sz="1600">
              <a:ln w="6350" cmpd="sng">
                <a:noFill/>
                <a:prstDash val="solid"/>
              </a:ln>
              <a:solidFill>
                <a:srgbClr val="47FF52"/>
              </a:solidFill>
              <a:latin typeface="OPTINational-Gothic" charset="0"/>
              <a:cs typeface="OPTINational-Gothic" charset="0"/>
            </a:endParaRPr>
          </a:p>
          <a:p>
            <a:pPr indent="0" fontAlgn="auto">
              <a:buFont typeface="Arial" panose="02080604020202020204" pitchFamily="34" charset="0"/>
              <a:buNone/>
            </a:pPr>
            <a:r>
              <a:rPr lang="en-US" altLang="en-US" sz="1600">
                <a:ln w="6350" cmpd="sng">
                  <a:noFill/>
                  <a:prstDash val="solid"/>
                </a:ln>
                <a:solidFill>
                  <a:srgbClr val="47FF52"/>
                </a:solidFill>
                <a:latin typeface="OPTINational-Gothic" charset="0"/>
                <a:cs typeface="OPTINational-Gothic" charset="0"/>
              </a:rPr>
              <a:t>Non ci sono limiti da calcolare</a:t>
            </a:r>
            <a:endParaRPr lang="en-US" altLang="en-US" sz="1600">
              <a:ln w="6350" cmpd="sng">
                <a:noFill/>
                <a:prstDash val="solid"/>
              </a:ln>
              <a:solidFill>
                <a:srgbClr val="47FF52"/>
              </a:solidFill>
              <a:latin typeface="OPTINational-Gothic" charset="0"/>
              <a:cs typeface="OPTINational-Gothic" charset="0"/>
            </a:endParaRPr>
          </a:p>
        </p:txBody>
      </p:sp>
      <p:sp>
        <p:nvSpPr>
          <p:cNvPr id="13" name="Text Box 12"/>
          <p:cNvSpPr txBox="true"/>
          <p:nvPr/>
        </p:nvSpPr>
        <p:spPr>
          <a:xfrm>
            <a:off x="121285" y="4792345"/>
            <a:ext cx="2520315" cy="337185"/>
          </a:xfrm>
          <a:prstGeom prst="rect">
            <a:avLst/>
          </a:prstGeom>
          <a:noFill/>
        </p:spPr>
        <p:txBody>
          <a:bodyPr wrap="square" rtlCol="0">
            <a:spAutoFit/>
          </a:bodyPr>
          <a:lstStyle/>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Calcolo la derivata prima:</a:t>
            </a:r>
            <a:endParaRPr lang="en-US" altLang="en-US" sz="1600">
              <a:ln w="6350" cmpd="sng">
                <a:noFill/>
                <a:prstDash val="solid"/>
              </a:ln>
              <a:solidFill>
                <a:srgbClr val="47FF52"/>
              </a:solidFill>
              <a:latin typeface="OPTINational-Gothic" charset="0"/>
              <a:cs typeface="OPTINational-Gothic"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2458085" y="135255"/>
            <a:ext cx="7276465"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Derivata e punti di non derivabilità</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pic>
        <p:nvPicPr>
          <p:cNvPr id="2" name="Picture 1" descr="disegno_PQR"/>
          <p:cNvPicPr>
            <a:picLocks noChangeAspect="true"/>
          </p:cNvPicPr>
          <p:nvPr/>
        </p:nvPicPr>
        <p:blipFill>
          <a:blip r:embed="rId2"/>
          <a:stretch>
            <a:fillRect/>
          </a:stretch>
        </p:blipFill>
        <p:spPr>
          <a:xfrm>
            <a:off x="4159250" y="1366520"/>
            <a:ext cx="3838575" cy="2252980"/>
          </a:xfrm>
          <a:prstGeom prst="rect">
            <a:avLst/>
          </a:prstGeom>
        </p:spPr>
      </p:pic>
      <p:pic>
        <p:nvPicPr>
          <p:cNvPr id="3" name="Picture 2" descr="puntond1"/>
          <p:cNvPicPr>
            <a:picLocks noChangeAspect="true"/>
          </p:cNvPicPr>
          <p:nvPr/>
        </p:nvPicPr>
        <p:blipFill>
          <a:blip r:embed="rId3"/>
          <a:stretch>
            <a:fillRect/>
          </a:stretch>
        </p:blipFill>
        <p:spPr>
          <a:xfrm>
            <a:off x="424815" y="753110"/>
            <a:ext cx="3307715" cy="2866390"/>
          </a:xfrm>
          <a:prstGeom prst="rect">
            <a:avLst/>
          </a:prstGeom>
        </p:spPr>
      </p:pic>
      <p:pic>
        <p:nvPicPr>
          <p:cNvPr id="4" name="Picture 3" descr="puntond2"/>
          <p:cNvPicPr>
            <a:picLocks noChangeAspect="true"/>
          </p:cNvPicPr>
          <p:nvPr/>
        </p:nvPicPr>
        <p:blipFill>
          <a:blip r:embed="rId4"/>
          <a:stretch>
            <a:fillRect/>
          </a:stretch>
        </p:blipFill>
        <p:spPr>
          <a:xfrm>
            <a:off x="8587105" y="753110"/>
            <a:ext cx="3326130" cy="3043555"/>
          </a:xfrm>
          <a:prstGeom prst="rect">
            <a:avLst/>
          </a:prstGeom>
        </p:spPr>
      </p:pic>
      <p:pic>
        <p:nvPicPr>
          <p:cNvPr id="6" name="Picture 5" descr="puntond3"/>
          <p:cNvPicPr>
            <a:picLocks noChangeAspect="true"/>
          </p:cNvPicPr>
          <p:nvPr/>
        </p:nvPicPr>
        <p:blipFill>
          <a:blip r:embed="rId5"/>
          <a:stretch>
            <a:fillRect/>
          </a:stretch>
        </p:blipFill>
        <p:spPr>
          <a:xfrm>
            <a:off x="567690" y="3726815"/>
            <a:ext cx="3021965" cy="2557145"/>
          </a:xfrm>
          <a:prstGeom prst="rect">
            <a:avLst/>
          </a:prstGeom>
        </p:spPr>
      </p:pic>
      <p:pic>
        <p:nvPicPr>
          <p:cNvPr id="8" name="Picture 7" descr="puntond4"/>
          <p:cNvPicPr>
            <a:picLocks noChangeAspect="true"/>
          </p:cNvPicPr>
          <p:nvPr/>
        </p:nvPicPr>
        <p:blipFill>
          <a:blip r:embed="rId6"/>
          <a:stretch>
            <a:fillRect/>
          </a:stretch>
        </p:blipFill>
        <p:spPr>
          <a:xfrm>
            <a:off x="4514215" y="3619500"/>
            <a:ext cx="2865120" cy="2679700"/>
          </a:xfrm>
          <a:prstGeom prst="rect">
            <a:avLst/>
          </a:prstGeom>
        </p:spPr>
      </p:pic>
      <p:pic>
        <p:nvPicPr>
          <p:cNvPr id="9" name="Picture 8" descr="puntond5"/>
          <p:cNvPicPr>
            <a:picLocks noChangeAspect="true"/>
          </p:cNvPicPr>
          <p:nvPr/>
        </p:nvPicPr>
        <p:blipFill>
          <a:blip r:embed="rId7"/>
          <a:stretch>
            <a:fillRect/>
          </a:stretch>
        </p:blipFill>
        <p:spPr>
          <a:xfrm>
            <a:off x="9058275" y="3895090"/>
            <a:ext cx="2383155" cy="25476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3983355" y="140335"/>
            <a:ext cx="4225290"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STUDIO DI FUNZIONE</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pic>
        <p:nvPicPr>
          <p:cNvPr id="3" name="Picture 2" descr="graficofunzione1"/>
          <p:cNvPicPr>
            <a:picLocks noChangeAspect="true"/>
          </p:cNvPicPr>
          <p:nvPr/>
        </p:nvPicPr>
        <p:blipFill>
          <a:blip r:embed="rId2"/>
          <a:stretch>
            <a:fillRect/>
          </a:stretch>
        </p:blipFill>
        <p:spPr>
          <a:xfrm>
            <a:off x="3625215" y="1139825"/>
            <a:ext cx="4906645" cy="4577715"/>
          </a:xfrm>
          <a:prstGeom prst="rect">
            <a:avLst/>
          </a:prstGeom>
        </p:spPr>
      </p:pic>
      <p:pic>
        <p:nvPicPr>
          <p:cNvPr id="4" name="Picture 3" descr="funzionedastudio"/>
          <p:cNvPicPr>
            <a:picLocks noChangeAspect="true"/>
          </p:cNvPicPr>
          <p:nvPr/>
        </p:nvPicPr>
        <p:blipFill>
          <a:blip r:embed="rId3"/>
          <a:stretch>
            <a:fillRect/>
          </a:stretch>
        </p:blipFill>
        <p:spPr>
          <a:xfrm>
            <a:off x="121285" y="1139825"/>
            <a:ext cx="3134360" cy="492760"/>
          </a:xfrm>
          <a:prstGeom prst="rect">
            <a:avLst/>
          </a:prstGeom>
        </p:spPr>
      </p:pic>
      <p:sp>
        <p:nvSpPr>
          <p:cNvPr id="6" name="Text Box 5"/>
          <p:cNvSpPr txBox="true"/>
          <p:nvPr/>
        </p:nvSpPr>
        <p:spPr>
          <a:xfrm>
            <a:off x="121285" y="1839595"/>
            <a:ext cx="1944370" cy="337185"/>
          </a:xfrm>
          <a:prstGeom prst="rect">
            <a:avLst/>
          </a:prstGeom>
          <a:noFill/>
        </p:spPr>
        <p:txBody>
          <a:bodyPr wrap="square" rtlCol="0">
            <a:spAutoFit/>
          </a:bodyPr>
          <a:lstStyle/>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Studio il dominio:</a:t>
            </a:r>
            <a:endParaRPr lang="en-US" altLang="en-US" sz="1600">
              <a:ln w="6350" cmpd="sng">
                <a:noFill/>
                <a:prstDash val="solid"/>
              </a:ln>
              <a:solidFill>
                <a:srgbClr val="47FF52"/>
              </a:solidFill>
              <a:latin typeface="OPTINational-Gothic" charset="0"/>
              <a:cs typeface="OPTINational-Gothic" charset="0"/>
            </a:endParaRPr>
          </a:p>
        </p:txBody>
      </p:sp>
      <p:pic>
        <p:nvPicPr>
          <p:cNvPr id="9" name="Picture 8" descr="Dominio"/>
          <p:cNvPicPr>
            <a:picLocks noChangeAspect="true"/>
          </p:cNvPicPr>
          <p:nvPr/>
        </p:nvPicPr>
        <p:blipFill>
          <a:blip r:embed="rId4"/>
          <a:stretch>
            <a:fillRect/>
          </a:stretch>
        </p:blipFill>
        <p:spPr>
          <a:xfrm>
            <a:off x="121285" y="2176780"/>
            <a:ext cx="3366770" cy="465455"/>
          </a:xfrm>
          <a:prstGeom prst="rect">
            <a:avLst/>
          </a:prstGeom>
        </p:spPr>
      </p:pic>
      <p:sp>
        <p:nvSpPr>
          <p:cNvPr id="10" name="Text Box 9"/>
          <p:cNvSpPr txBox="true"/>
          <p:nvPr/>
        </p:nvSpPr>
        <p:spPr>
          <a:xfrm>
            <a:off x="121285" y="2835275"/>
            <a:ext cx="2520315" cy="337185"/>
          </a:xfrm>
          <a:prstGeom prst="rect">
            <a:avLst/>
          </a:prstGeom>
          <a:noFill/>
        </p:spPr>
        <p:txBody>
          <a:bodyPr wrap="square" rtlCol="0">
            <a:spAutoFit/>
          </a:bodyPr>
          <a:lstStyle/>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Valuto la positività:</a:t>
            </a:r>
            <a:endParaRPr lang="en-US" altLang="en-US" sz="1600">
              <a:ln w="6350" cmpd="sng">
                <a:noFill/>
                <a:prstDash val="solid"/>
              </a:ln>
              <a:solidFill>
                <a:srgbClr val="47FF52"/>
              </a:solidFill>
              <a:latin typeface="OPTINational-Gothic" charset="0"/>
              <a:cs typeface="OPTINational-Gothic" charset="0"/>
            </a:endParaRPr>
          </a:p>
        </p:txBody>
      </p:sp>
      <p:pic>
        <p:nvPicPr>
          <p:cNvPr id="11" name="Picture 10" descr="positività"/>
          <p:cNvPicPr>
            <a:picLocks noChangeAspect="true"/>
          </p:cNvPicPr>
          <p:nvPr/>
        </p:nvPicPr>
        <p:blipFill>
          <a:blip r:embed="rId5"/>
          <a:stretch>
            <a:fillRect/>
          </a:stretch>
        </p:blipFill>
        <p:spPr>
          <a:xfrm>
            <a:off x="121285" y="3172460"/>
            <a:ext cx="2590165" cy="608330"/>
          </a:xfrm>
          <a:prstGeom prst="rect">
            <a:avLst/>
          </a:prstGeom>
        </p:spPr>
      </p:pic>
      <p:sp>
        <p:nvSpPr>
          <p:cNvPr id="12" name="Text Box 11"/>
          <p:cNvSpPr txBox="true"/>
          <p:nvPr/>
        </p:nvSpPr>
        <p:spPr>
          <a:xfrm>
            <a:off x="121285" y="3994785"/>
            <a:ext cx="2520315" cy="583565"/>
          </a:xfrm>
          <a:prstGeom prst="rect">
            <a:avLst/>
          </a:prstGeom>
          <a:noFill/>
        </p:spPr>
        <p:txBody>
          <a:bodyPr wrap="square" rtlCol="0">
            <a:spAutoFit/>
          </a:bodyPr>
          <a:lstStyle/>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Eventuali limiti: </a:t>
            </a:r>
            <a:endParaRPr lang="en-US" altLang="en-US" sz="1600">
              <a:ln w="6350" cmpd="sng">
                <a:noFill/>
                <a:prstDash val="solid"/>
              </a:ln>
              <a:solidFill>
                <a:srgbClr val="47FF52"/>
              </a:solidFill>
              <a:latin typeface="OPTINational-Gothic" charset="0"/>
              <a:cs typeface="OPTINational-Gothic" charset="0"/>
            </a:endParaRPr>
          </a:p>
          <a:p>
            <a:pPr indent="0" fontAlgn="auto">
              <a:buFont typeface="Arial" panose="02080604020202020204" pitchFamily="34" charset="0"/>
              <a:buNone/>
            </a:pPr>
            <a:r>
              <a:rPr lang="en-US" altLang="en-US" sz="1600">
                <a:ln w="6350" cmpd="sng">
                  <a:noFill/>
                  <a:prstDash val="solid"/>
                </a:ln>
                <a:solidFill>
                  <a:srgbClr val="47FF52"/>
                </a:solidFill>
                <a:latin typeface="OPTINational-Gothic" charset="0"/>
                <a:cs typeface="OPTINational-Gothic" charset="0"/>
              </a:rPr>
              <a:t>Non ci sono limiti da calcolare</a:t>
            </a:r>
            <a:endParaRPr lang="en-US" altLang="en-US" sz="1600">
              <a:ln w="6350" cmpd="sng">
                <a:noFill/>
                <a:prstDash val="solid"/>
              </a:ln>
              <a:solidFill>
                <a:srgbClr val="47FF52"/>
              </a:solidFill>
              <a:latin typeface="OPTINational-Gothic" charset="0"/>
              <a:cs typeface="OPTINational-Gothic" charset="0"/>
            </a:endParaRPr>
          </a:p>
        </p:txBody>
      </p:sp>
      <p:sp>
        <p:nvSpPr>
          <p:cNvPr id="13" name="Text Box 12"/>
          <p:cNvSpPr txBox="true"/>
          <p:nvPr/>
        </p:nvSpPr>
        <p:spPr>
          <a:xfrm>
            <a:off x="121285" y="4792345"/>
            <a:ext cx="2520315" cy="337185"/>
          </a:xfrm>
          <a:prstGeom prst="rect">
            <a:avLst/>
          </a:prstGeom>
          <a:noFill/>
        </p:spPr>
        <p:txBody>
          <a:bodyPr wrap="square" rtlCol="0">
            <a:spAutoFit/>
          </a:bodyPr>
          <a:lstStyle/>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Calcolo la derivata prima:</a:t>
            </a:r>
            <a:endParaRPr lang="en-US" altLang="en-US" sz="1600">
              <a:ln w="6350" cmpd="sng">
                <a:noFill/>
                <a:prstDash val="solid"/>
              </a:ln>
              <a:solidFill>
                <a:srgbClr val="47FF52"/>
              </a:solidFill>
              <a:latin typeface="OPTINational-Gothic" charset="0"/>
              <a:cs typeface="OPTINational-Gothic" charset="0"/>
            </a:endParaRPr>
          </a:p>
        </p:txBody>
      </p:sp>
      <p:pic>
        <p:nvPicPr>
          <p:cNvPr id="14" name="Picture 13" descr="derivataprima"/>
          <p:cNvPicPr>
            <a:picLocks noChangeAspect="true"/>
          </p:cNvPicPr>
          <p:nvPr/>
        </p:nvPicPr>
        <p:blipFill>
          <a:blip r:embed="rId6"/>
          <a:stretch>
            <a:fillRect/>
          </a:stretch>
        </p:blipFill>
        <p:spPr>
          <a:xfrm>
            <a:off x="121285" y="5129530"/>
            <a:ext cx="5194935" cy="584835"/>
          </a:xfrm>
          <a:prstGeom prst="rect">
            <a:avLst/>
          </a:prstGeom>
        </p:spPr>
      </p:pic>
      <p:sp>
        <p:nvSpPr>
          <p:cNvPr id="15" name="Text Box 14"/>
          <p:cNvSpPr txBox="true"/>
          <p:nvPr/>
        </p:nvSpPr>
        <p:spPr>
          <a:xfrm>
            <a:off x="8658860" y="1839595"/>
            <a:ext cx="2977515" cy="337185"/>
          </a:xfrm>
          <a:prstGeom prst="rect">
            <a:avLst/>
          </a:prstGeom>
          <a:noFill/>
        </p:spPr>
        <p:txBody>
          <a:bodyPr wrap="square" rtlCol="0">
            <a:spAutoFit/>
          </a:bodyPr>
          <a:lstStyle/>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Calcolo la derivata seconda:</a:t>
            </a:r>
            <a:endParaRPr lang="en-US" altLang="en-US" sz="1600">
              <a:ln w="6350" cmpd="sng">
                <a:noFill/>
                <a:prstDash val="solid"/>
              </a:ln>
              <a:solidFill>
                <a:srgbClr val="47FF52"/>
              </a:solidFill>
              <a:latin typeface="OPTINational-Gothic" charset="0"/>
              <a:cs typeface="OPTINational-Gothic" charset="0"/>
            </a:endParaRPr>
          </a:p>
        </p:txBody>
      </p:sp>
      <p:pic>
        <p:nvPicPr>
          <p:cNvPr id="16" name="Picture 15" descr="derivataseconda1"/>
          <p:cNvPicPr>
            <a:picLocks noChangeAspect="true"/>
          </p:cNvPicPr>
          <p:nvPr/>
        </p:nvPicPr>
        <p:blipFill>
          <a:blip r:embed="rId7"/>
          <a:stretch>
            <a:fillRect/>
          </a:stretch>
        </p:blipFill>
        <p:spPr>
          <a:xfrm>
            <a:off x="7586345" y="2148205"/>
            <a:ext cx="4547235" cy="1300480"/>
          </a:xfrm>
          <a:prstGeom prst="rect">
            <a:avLst/>
          </a:prstGeom>
        </p:spPr>
      </p:pic>
      <p:pic>
        <p:nvPicPr>
          <p:cNvPr id="17" name="Picture 16" descr="derivataseconda2"/>
          <p:cNvPicPr>
            <a:picLocks noChangeAspect="true"/>
          </p:cNvPicPr>
          <p:nvPr/>
        </p:nvPicPr>
        <p:blipFill>
          <a:blip r:embed="rId8"/>
          <a:stretch>
            <a:fillRect/>
          </a:stretch>
        </p:blipFill>
        <p:spPr>
          <a:xfrm>
            <a:off x="8658860" y="4344035"/>
            <a:ext cx="3445510" cy="889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2239645" y="144780"/>
            <a:ext cx="7713345"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GRAFICO DELLA FUNZIONE RECIPROCA</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pic>
        <p:nvPicPr>
          <p:cNvPr id="2" name="Picture 1" descr="graficofunzione2"/>
          <p:cNvPicPr>
            <a:picLocks noChangeAspect="true"/>
          </p:cNvPicPr>
          <p:nvPr/>
        </p:nvPicPr>
        <p:blipFill>
          <a:blip r:embed="rId2"/>
          <a:stretch>
            <a:fillRect/>
          </a:stretch>
        </p:blipFill>
        <p:spPr>
          <a:xfrm>
            <a:off x="3435985" y="920750"/>
            <a:ext cx="5285740" cy="5017135"/>
          </a:xfrm>
          <a:prstGeom prst="rect">
            <a:avLst/>
          </a:prstGeom>
        </p:spPr>
      </p:pic>
      <p:sp>
        <p:nvSpPr>
          <p:cNvPr id="6" name="Text Box 5"/>
          <p:cNvSpPr txBox="true"/>
          <p:nvPr/>
        </p:nvSpPr>
        <p:spPr>
          <a:xfrm>
            <a:off x="121285" y="1839595"/>
            <a:ext cx="2728595" cy="583565"/>
          </a:xfrm>
          <a:prstGeom prst="rect">
            <a:avLst/>
          </a:prstGeom>
          <a:noFill/>
        </p:spPr>
        <p:txBody>
          <a:bodyPr wrap="square" rtlCol="0">
            <a:spAutoFit/>
          </a:bodyPr>
          <a:lstStyle/>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Una funzione è integrabile in senso improprio se: </a:t>
            </a:r>
            <a:endParaRPr lang="en-US" altLang="en-US" sz="1600">
              <a:ln w="6350" cmpd="sng">
                <a:noFill/>
                <a:prstDash val="solid"/>
              </a:ln>
              <a:solidFill>
                <a:srgbClr val="47FF52"/>
              </a:solidFill>
              <a:latin typeface="OPTINational-Gothic" charset="0"/>
              <a:cs typeface="OPTINational-Gothic" charset="0"/>
            </a:endParaRPr>
          </a:p>
        </p:txBody>
      </p:sp>
      <p:pic>
        <p:nvPicPr>
          <p:cNvPr id="3" name="Picture 2" descr="improprio"/>
          <p:cNvPicPr>
            <a:picLocks noChangeAspect="true"/>
          </p:cNvPicPr>
          <p:nvPr/>
        </p:nvPicPr>
        <p:blipFill>
          <a:blip r:embed="rId3"/>
          <a:stretch>
            <a:fillRect/>
          </a:stretch>
        </p:blipFill>
        <p:spPr>
          <a:xfrm>
            <a:off x="121285" y="2584450"/>
            <a:ext cx="3270250" cy="657225"/>
          </a:xfrm>
          <a:prstGeom prst="rect">
            <a:avLst/>
          </a:prstGeom>
        </p:spPr>
      </p:pic>
      <p:sp>
        <p:nvSpPr>
          <p:cNvPr id="4" name="Text Box 3"/>
          <p:cNvSpPr txBox="true"/>
          <p:nvPr/>
        </p:nvSpPr>
        <p:spPr>
          <a:xfrm>
            <a:off x="8905240" y="1839595"/>
            <a:ext cx="2728595" cy="337185"/>
          </a:xfrm>
          <a:prstGeom prst="rect">
            <a:avLst/>
          </a:prstGeom>
          <a:noFill/>
        </p:spPr>
        <p:txBody>
          <a:bodyPr wrap="square" rtlCol="0">
            <a:spAutoFit/>
          </a:bodyPr>
          <a:lstStyle/>
          <a:p>
            <a:pPr marL="285750" indent="-285750"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Nel nostro caso: </a:t>
            </a:r>
            <a:endParaRPr lang="en-US" altLang="en-US" sz="1600">
              <a:ln w="6350" cmpd="sng">
                <a:noFill/>
                <a:prstDash val="solid"/>
              </a:ln>
              <a:solidFill>
                <a:srgbClr val="47FF52"/>
              </a:solidFill>
              <a:latin typeface="OPTINational-Gothic" charset="0"/>
              <a:cs typeface="OPTINational-Gothic" charset="0"/>
            </a:endParaRPr>
          </a:p>
        </p:txBody>
      </p:sp>
      <p:pic>
        <p:nvPicPr>
          <p:cNvPr id="8" name="Picture 7" descr="integraleimproprioreciproca"/>
          <p:cNvPicPr>
            <a:picLocks noChangeAspect="true"/>
          </p:cNvPicPr>
          <p:nvPr/>
        </p:nvPicPr>
        <p:blipFill>
          <a:blip r:embed="rId4"/>
          <a:stretch>
            <a:fillRect/>
          </a:stretch>
        </p:blipFill>
        <p:spPr>
          <a:xfrm>
            <a:off x="8454390" y="2923540"/>
            <a:ext cx="3649345" cy="3023870"/>
          </a:xfrm>
          <a:prstGeom prst="rect">
            <a:avLst/>
          </a:prstGeom>
        </p:spPr>
      </p:pic>
      <p:sp>
        <p:nvSpPr>
          <p:cNvPr id="11" name="Oval 10"/>
          <p:cNvSpPr/>
          <p:nvPr/>
        </p:nvSpPr>
        <p:spPr>
          <a:xfrm>
            <a:off x="9615805" y="5424805"/>
            <a:ext cx="1073785" cy="615950"/>
          </a:xfrm>
          <a:prstGeom prst="ellipse">
            <a:avLst/>
          </a:prstGeom>
          <a:noFill/>
          <a:ln>
            <a:solidFill>
              <a:srgbClr val="47FF52"/>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lordkelvin"/>
          <p:cNvPicPr>
            <a:picLocks noChangeAspect="true"/>
          </p:cNvPicPr>
          <p:nvPr/>
        </p:nvPicPr>
        <p:blipFill>
          <a:blip r:embed="rId1"/>
          <a:stretch>
            <a:fillRect/>
          </a:stretch>
        </p:blipFill>
        <p:spPr>
          <a:xfrm>
            <a:off x="5502910" y="847090"/>
            <a:ext cx="2442210" cy="2442210"/>
          </a:xfrm>
          <a:prstGeom prst="rect">
            <a:avLst/>
          </a:prstGeom>
        </p:spPr>
      </p:pic>
      <p:pic>
        <p:nvPicPr>
          <p:cNvPr id="4" name="Picture 3" descr="immanuel-kant-orig"/>
          <p:cNvPicPr>
            <a:picLocks noChangeAspect="true"/>
          </p:cNvPicPr>
          <p:nvPr/>
        </p:nvPicPr>
        <p:blipFill>
          <a:blip r:embed="rId2"/>
          <a:stretch>
            <a:fillRect/>
          </a:stretch>
        </p:blipFill>
        <p:spPr>
          <a:xfrm>
            <a:off x="12700" y="1467485"/>
            <a:ext cx="2068195" cy="2742565"/>
          </a:xfrm>
          <a:prstGeom prst="rect">
            <a:avLst/>
          </a:prstGeom>
        </p:spPr>
      </p:pic>
      <p:pic>
        <p:nvPicPr>
          <p:cNvPr id="7" name="Picture 6" descr="pavimento"/>
          <p:cNvPicPr>
            <a:picLocks noChangeAspect="true"/>
          </p:cNvPicPr>
          <p:nvPr/>
        </p:nvPicPr>
        <p:blipFill>
          <a:blip r:embed="rId3"/>
          <a:stretch>
            <a:fillRect/>
          </a:stretch>
        </p:blipFill>
        <p:spPr>
          <a:xfrm>
            <a:off x="-246380" y="6127750"/>
            <a:ext cx="12650470" cy="974090"/>
          </a:xfrm>
          <a:prstGeom prst="rect">
            <a:avLst/>
          </a:prstGeom>
        </p:spPr>
      </p:pic>
      <p:sp>
        <p:nvSpPr>
          <p:cNvPr id="5" name="Text Box 4"/>
          <p:cNvSpPr txBox="true"/>
          <p:nvPr/>
        </p:nvSpPr>
        <p:spPr>
          <a:xfrm>
            <a:off x="4246880" y="140335"/>
            <a:ext cx="3698240"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DALL’ 800 AL 900</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sp>
        <p:nvSpPr>
          <p:cNvPr id="6" name="Text Box 5"/>
          <p:cNvSpPr txBox="true"/>
          <p:nvPr/>
        </p:nvSpPr>
        <p:spPr>
          <a:xfrm>
            <a:off x="581025" y="1007110"/>
            <a:ext cx="4254500" cy="460375"/>
          </a:xfrm>
          <a:prstGeom prst="rect">
            <a:avLst/>
          </a:prstGeom>
          <a:noFill/>
        </p:spPr>
        <p:txBody>
          <a:bodyPr wrap="square" rtlCol="0">
            <a:spAutoFit/>
          </a:bodyPr>
          <a:lstStyle/>
          <a:p>
            <a:pPr indent="0" fontAlgn="auto">
              <a:buFont typeface="Arial" panose="02080604020202020204" pitchFamily="34" charset="0"/>
              <a:buNone/>
            </a:pPr>
            <a:r>
              <a:rPr lang="en-US" altLang="en-US" sz="2400" i="1">
                <a:ln w="6350" cmpd="sng">
                  <a:noFill/>
                  <a:prstDash val="solid"/>
                </a:ln>
                <a:solidFill>
                  <a:srgbClr val="47FF52"/>
                </a:solidFill>
                <a:latin typeface="OPTINational-Gothic" charset="0"/>
                <a:cs typeface="OPTINational-Gothic" charset="0"/>
              </a:rPr>
              <a:t>“Uomo legislatore della natura”</a:t>
            </a:r>
            <a:endParaRPr lang="en-US" altLang="en-US" sz="2400" i="1">
              <a:ln w="6350" cmpd="sng">
                <a:noFill/>
                <a:prstDash val="solid"/>
              </a:ln>
              <a:solidFill>
                <a:srgbClr val="47FF52"/>
              </a:solidFill>
              <a:latin typeface="OPTINational-Gothic" charset="0"/>
              <a:cs typeface="OPTINational-Gothic" charset="0"/>
            </a:endParaRPr>
          </a:p>
        </p:txBody>
      </p:sp>
      <p:sp>
        <p:nvSpPr>
          <p:cNvPr id="3" name="Text Box 2"/>
          <p:cNvSpPr txBox="true"/>
          <p:nvPr/>
        </p:nvSpPr>
        <p:spPr>
          <a:xfrm>
            <a:off x="2445385" y="1467485"/>
            <a:ext cx="1801495" cy="337185"/>
          </a:xfrm>
          <a:prstGeom prst="rect">
            <a:avLst/>
          </a:prstGeom>
          <a:noFill/>
        </p:spPr>
        <p:txBody>
          <a:bodyPr wrap="square" rtlCol="0">
            <a:spAutoFit/>
          </a:bodyPr>
          <a:lstStyle/>
          <a:p>
            <a:pPr indent="0" algn="r" fontAlgn="auto">
              <a:buFont typeface="Arial" panose="02080604020202020204" pitchFamily="34" charset="0"/>
              <a:buNone/>
            </a:pPr>
            <a:r>
              <a:rPr lang="en-US" altLang="en-US" sz="1600">
                <a:ln w="6350" cmpd="sng">
                  <a:noFill/>
                  <a:prstDash val="solid"/>
                </a:ln>
                <a:solidFill>
                  <a:srgbClr val="47FF52"/>
                </a:solidFill>
                <a:latin typeface="OPTINational-Gothic" charset="0"/>
                <a:cs typeface="OPTINational-Gothic" charset="0"/>
              </a:rPr>
              <a:t>Immanuel Kant</a:t>
            </a:r>
            <a:endParaRPr lang="en-US" altLang="en-US" sz="1600">
              <a:ln w="6350" cmpd="sng">
                <a:noFill/>
                <a:prstDash val="solid"/>
              </a:ln>
              <a:solidFill>
                <a:srgbClr val="47FF52"/>
              </a:solidFill>
              <a:latin typeface="OPTINational-Gothic" charset="0"/>
              <a:cs typeface="OPTINational-Gothic" charset="0"/>
            </a:endParaRPr>
          </a:p>
        </p:txBody>
      </p:sp>
      <p:sp>
        <p:nvSpPr>
          <p:cNvPr id="8" name="Text Box 7"/>
          <p:cNvSpPr txBox="true"/>
          <p:nvPr/>
        </p:nvSpPr>
        <p:spPr>
          <a:xfrm>
            <a:off x="1973580" y="2354580"/>
            <a:ext cx="4254500" cy="460375"/>
          </a:xfrm>
          <a:prstGeom prst="rect">
            <a:avLst/>
          </a:prstGeom>
          <a:noFill/>
        </p:spPr>
        <p:txBody>
          <a:bodyPr wrap="square" rtlCol="0">
            <a:spAutoFit/>
          </a:bodyPr>
          <a:lstStyle/>
          <a:p>
            <a:pPr indent="0" fontAlgn="auto">
              <a:buFont typeface="Arial" panose="02080604020202020204" pitchFamily="34" charset="0"/>
              <a:buNone/>
            </a:pPr>
            <a:r>
              <a:rPr lang="en-US" altLang="en-US" sz="2400" i="1">
                <a:ln w="6350" cmpd="sng">
                  <a:noFill/>
                  <a:prstDash val="solid"/>
                </a:ln>
                <a:solidFill>
                  <a:srgbClr val="47FF52"/>
                </a:solidFill>
                <a:latin typeface="OPTINational-Gothic" charset="0"/>
                <a:cs typeface="OPTINational-Gothic" charset="0"/>
              </a:rPr>
              <a:t>“A priori di tempo e spazio...”</a:t>
            </a:r>
            <a:endParaRPr lang="en-US" altLang="en-US" sz="2400" i="1">
              <a:ln w="6350" cmpd="sng">
                <a:noFill/>
                <a:prstDash val="solid"/>
              </a:ln>
              <a:solidFill>
                <a:srgbClr val="47FF52"/>
              </a:solidFill>
              <a:latin typeface="OPTINational-Gothic" charset="0"/>
              <a:cs typeface="OPTINational-Gothic" charset="0"/>
            </a:endParaRPr>
          </a:p>
        </p:txBody>
      </p:sp>
      <p:pic>
        <p:nvPicPr>
          <p:cNvPr id="9" name="Picture 8" descr="senzaapriori"/>
          <p:cNvPicPr>
            <a:picLocks noChangeAspect="true"/>
          </p:cNvPicPr>
          <p:nvPr/>
        </p:nvPicPr>
        <p:blipFill>
          <a:blip r:embed="rId4"/>
          <a:stretch>
            <a:fillRect/>
          </a:stretch>
        </p:blipFill>
        <p:spPr>
          <a:xfrm>
            <a:off x="2599690" y="3199765"/>
            <a:ext cx="5683250" cy="1746885"/>
          </a:xfrm>
          <a:prstGeom prst="rect">
            <a:avLst/>
          </a:prstGeom>
        </p:spPr>
      </p:pic>
      <p:pic>
        <p:nvPicPr>
          <p:cNvPr id="10" name="Picture 9" descr="conapriori"/>
          <p:cNvPicPr>
            <a:picLocks noChangeAspect="true"/>
          </p:cNvPicPr>
          <p:nvPr/>
        </p:nvPicPr>
        <p:blipFill>
          <a:blip r:embed="rId5"/>
          <a:stretch>
            <a:fillRect/>
          </a:stretch>
        </p:blipFill>
        <p:spPr>
          <a:xfrm>
            <a:off x="2513330" y="4166870"/>
            <a:ext cx="5610860" cy="2320290"/>
          </a:xfrm>
          <a:prstGeom prst="rect">
            <a:avLst/>
          </a:prstGeom>
        </p:spPr>
      </p:pic>
      <p:sp>
        <p:nvSpPr>
          <p:cNvPr id="11" name="Text Box 10"/>
          <p:cNvSpPr txBox="true"/>
          <p:nvPr/>
        </p:nvSpPr>
        <p:spPr>
          <a:xfrm>
            <a:off x="7945120" y="461645"/>
            <a:ext cx="4243070" cy="4246245"/>
          </a:xfrm>
          <a:prstGeom prst="rect">
            <a:avLst/>
          </a:prstGeom>
          <a:noFill/>
        </p:spPr>
        <p:txBody>
          <a:bodyPr wrap="square" rtlCol="0">
            <a:spAutoFit/>
          </a:bodyPr>
          <a:lstStyle/>
          <a:p>
            <a:pPr indent="0" algn="r"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“Signori vi annuncio </a:t>
            </a:r>
            <a:r>
              <a:rPr lang="en-US" altLang="en-US" u="sng">
                <a:ln w="6350" cmpd="sng">
                  <a:noFill/>
                  <a:prstDash val="solid"/>
                </a:ln>
                <a:solidFill>
                  <a:srgbClr val="47FF52"/>
                </a:solidFill>
                <a:latin typeface="OPTINational-Gothic" charset="0"/>
                <a:cs typeface="OPTINational-Gothic" charset="0"/>
              </a:rPr>
              <a:t>la fine</a:t>
            </a:r>
            <a:endParaRPr lang="en-US" altLang="en-US" u="sng">
              <a:ln w="6350" cmpd="sng">
                <a:noFill/>
                <a:prstDash val="solid"/>
              </a:ln>
              <a:solidFill>
                <a:srgbClr val="47FF52"/>
              </a:solidFill>
              <a:latin typeface="OPTINational-Gothic" charset="0"/>
              <a:cs typeface="OPTINational-Gothic" charset="0"/>
            </a:endParaRPr>
          </a:p>
          <a:p>
            <a:pPr indent="0" algn="r" fontAlgn="auto">
              <a:buFont typeface="Arial" panose="02080604020202020204" pitchFamily="34" charset="0"/>
              <a:buNone/>
            </a:pPr>
            <a:r>
              <a:rPr lang="en-US" altLang="en-US" u="sng">
                <a:ln w="6350" cmpd="sng">
                  <a:noFill/>
                  <a:prstDash val="solid"/>
                </a:ln>
                <a:solidFill>
                  <a:srgbClr val="47FF52"/>
                </a:solidFill>
                <a:latin typeface="OPTINational-Gothic" charset="0"/>
                <a:cs typeface="OPTINational-Gothic" charset="0"/>
              </a:rPr>
              <a:t>della fisica</a:t>
            </a:r>
            <a:r>
              <a:rPr lang="en-US" altLang="en-US">
                <a:ln w="6350" cmpd="sng">
                  <a:noFill/>
                  <a:prstDash val="solid"/>
                </a:ln>
                <a:solidFill>
                  <a:srgbClr val="47FF52"/>
                </a:solidFill>
                <a:latin typeface="OPTINational-Gothic" charset="0"/>
                <a:cs typeface="OPTINational-Gothic" charset="0"/>
              </a:rPr>
              <a:t>, ormai conosciamo le grandi leggi della natura ed i segreti dell’armonia</a:t>
            </a:r>
            <a:endParaRPr lang="en-US" altLang="en-US">
              <a:ln w="6350" cmpd="sng">
                <a:noFill/>
                <a:prstDash val="solid"/>
              </a:ln>
              <a:solidFill>
                <a:srgbClr val="47FF52"/>
              </a:solidFill>
              <a:latin typeface="OPTINational-Gothic" charset="0"/>
              <a:cs typeface="OPTINational-Gothic" charset="0"/>
            </a:endParaRPr>
          </a:p>
          <a:p>
            <a:pPr indent="0" algn="r"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cosmica: i pianeti e tutti i corpi dotati di massa si muovono nell’universo seguendo le leggi</a:t>
            </a:r>
            <a:endParaRPr lang="en-US" altLang="en-US">
              <a:ln w="6350" cmpd="sng">
                <a:noFill/>
                <a:prstDash val="solid"/>
              </a:ln>
              <a:solidFill>
                <a:srgbClr val="47FF52"/>
              </a:solidFill>
              <a:latin typeface="OPTINational-Gothic" charset="0"/>
              <a:cs typeface="OPTINational-Gothic" charset="0"/>
            </a:endParaRPr>
          </a:p>
          <a:p>
            <a:pPr indent="0" algn="r"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della gravitazione di sir Isaac Newton, la luce e tutte le onde elettromagnetiche si</a:t>
            </a:r>
            <a:endParaRPr lang="en-US" altLang="en-US">
              <a:ln w="6350" cmpd="sng">
                <a:noFill/>
                <a:prstDash val="solid"/>
              </a:ln>
              <a:solidFill>
                <a:srgbClr val="47FF52"/>
              </a:solidFill>
              <a:latin typeface="OPTINational-Gothic" charset="0"/>
              <a:cs typeface="OPTINational-Gothic" charset="0"/>
            </a:endParaRPr>
          </a:p>
          <a:p>
            <a:pPr indent="0" algn="r"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propagano per il cosmo seguendo le leggi di sir James Clerk Maxwell, il calore si</a:t>
            </a:r>
            <a:endParaRPr lang="en-US" altLang="en-US">
              <a:ln w="6350" cmpd="sng">
                <a:noFill/>
                <a:prstDash val="solid"/>
              </a:ln>
              <a:solidFill>
                <a:srgbClr val="47FF52"/>
              </a:solidFill>
              <a:latin typeface="OPTINational-Gothic" charset="0"/>
              <a:cs typeface="OPTINational-Gothic" charset="0"/>
            </a:endParaRPr>
          </a:p>
          <a:p>
            <a:pPr indent="0" algn="r"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trasferisce da un corpo ad un altro seguendo le leggi della termodinamica che anche io,</a:t>
            </a:r>
            <a:endParaRPr lang="en-US" altLang="en-US">
              <a:ln w="6350" cmpd="sng">
                <a:noFill/>
                <a:prstDash val="solid"/>
              </a:ln>
              <a:solidFill>
                <a:srgbClr val="47FF52"/>
              </a:solidFill>
              <a:latin typeface="OPTINational-Gothic" charset="0"/>
              <a:cs typeface="OPTINational-Gothic" charset="0"/>
            </a:endParaRPr>
          </a:p>
          <a:p>
            <a:pPr indent="0" algn="r"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modestamente, ho contribuito a formulare. Tutti i fondamenti della fisica ci sono noti e</a:t>
            </a:r>
            <a:endParaRPr lang="en-US" altLang="en-US">
              <a:ln w="6350" cmpd="sng">
                <a:noFill/>
                <a:prstDash val="solid"/>
              </a:ln>
              <a:solidFill>
                <a:srgbClr val="47FF52"/>
              </a:solidFill>
              <a:latin typeface="OPTINational-Gothic" charset="0"/>
              <a:cs typeface="OPTINational-Gothic" charset="0"/>
            </a:endParaRPr>
          </a:p>
          <a:p>
            <a:pPr indent="0" algn="r"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null’altro di sostanziale c’è dunque da scoprire sulla natura fisica delle cose.”</a:t>
            </a:r>
            <a:endParaRPr lang="en-US" altLang="en-US">
              <a:ln w="6350" cmpd="sng">
                <a:noFill/>
                <a:prstDash val="solid"/>
              </a:ln>
              <a:solidFill>
                <a:srgbClr val="47FF52"/>
              </a:solidFill>
              <a:latin typeface="OPTINational-Gothic" charset="0"/>
              <a:cs typeface="OPTINational-Gothic" charset="0"/>
            </a:endParaRPr>
          </a:p>
        </p:txBody>
      </p:sp>
      <p:sp>
        <p:nvSpPr>
          <p:cNvPr id="13" name="Text Box 12"/>
          <p:cNvSpPr txBox="true"/>
          <p:nvPr/>
        </p:nvSpPr>
        <p:spPr>
          <a:xfrm>
            <a:off x="7945120" y="4707890"/>
            <a:ext cx="2442210" cy="337185"/>
          </a:xfrm>
          <a:prstGeom prst="rect">
            <a:avLst/>
          </a:prstGeom>
          <a:noFill/>
        </p:spPr>
        <p:txBody>
          <a:bodyPr wrap="square" rtlCol="0">
            <a:spAutoFit/>
          </a:bodyPr>
          <a:lstStyle/>
          <a:p>
            <a:pPr fontAlgn="auto"/>
            <a:r>
              <a:rPr lang="en-US" altLang="en-US" sz="1600">
                <a:ln w="6350" cmpd="sng">
                  <a:noFill/>
                  <a:prstDash val="solid"/>
                </a:ln>
                <a:solidFill>
                  <a:srgbClr val="47FF52"/>
                </a:solidFill>
                <a:latin typeface="OPTINational-Gothic" charset="0"/>
                <a:cs typeface="OPTINational-Gothic" charset="0"/>
              </a:rPr>
              <a:t>William Thomson Lord Kelvin</a:t>
            </a:r>
            <a:endParaRPr lang="en-US" altLang="en-US" sz="1600">
              <a:ln w="6350" cmpd="sng">
                <a:noFill/>
                <a:prstDash val="solid"/>
              </a:ln>
              <a:solidFill>
                <a:srgbClr val="47FF52"/>
              </a:solidFill>
              <a:latin typeface="OPTINational-Gothic" charset="0"/>
              <a:cs typeface="OPTINational-Gothic"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4229735" y="130175"/>
            <a:ext cx="3698875"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DALL’ 800 AL 900</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sp>
        <p:nvSpPr>
          <p:cNvPr id="3" name="Text Box 2"/>
          <p:cNvSpPr txBox="true"/>
          <p:nvPr/>
        </p:nvSpPr>
        <p:spPr>
          <a:xfrm>
            <a:off x="79375" y="836930"/>
            <a:ext cx="8290560" cy="2030095"/>
          </a:xfrm>
          <a:prstGeom prst="rect">
            <a:avLst/>
          </a:prstGeom>
          <a:noFill/>
        </p:spPr>
        <p:txBody>
          <a:bodyPr wrap="square" rtlCol="0">
            <a:spAutoFit/>
          </a:bodyPr>
          <a:lstStyle/>
          <a:p>
            <a:pPr indent="0" algn="l"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“È proprio tra la fine del secolo XIX e</a:t>
            </a:r>
            <a:endParaRPr lang="en-US" altLang="en-US">
              <a:ln w="6350" cmpd="sng">
                <a:noFill/>
                <a:prstDash val="solid"/>
              </a:ln>
              <a:solidFill>
                <a:srgbClr val="47FF52"/>
              </a:solidFill>
              <a:latin typeface="OPTINational-Gothic" charset="0"/>
              <a:cs typeface="OPTINational-Gothic" charset="0"/>
            </a:endParaRPr>
          </a:p>
          <a:p>
            <a:pPr indent="0" algn="l"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l'inizio del XX secolo che alcune osservazioni sperimentali pongono in crisi le concezioni</a:t>
            </a:r>
            <a:endParaRPr lang="en-US" altLang="en-US">
              <a:ln w="6350" cmpd="sng">
                <a:noFill/>
                <a:prstDash val="solid"/>
              </a:ln>
              <a:solidFill>
                <a:srgbClr val="47FF52"/>
              </a:solidFill>
              <a:latin typeface="OPTINational-Gothic" charset="0"/>
              <a:cs typeface="OPTINational-Gothic" charset="0"/>
            </a:endParaRPr>
          </a:p>
          <a:p>
            <a:pPr indent="0" algn="l"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classiche del mondo fisico: da un lato il comportamento della luce rispetto a diversi sistemi</a:t>
            </a:r>
            <a:endParaRPr lang="en-US" altLang="en-US">
              <a:ln w="6350" cmpd="sng">
                <a:noFill/>
                <a:prstDash val="solid"/>
              </a:ln>
              <a:solidFill>
                <a:srgbClr val="47FF52"/>
              </a:solidFill>
              <a:latin typeface="OPTINational-Gothic" charset="0"/>
              <a:cs typeface="OPTINational-Gothic" charset="0"/>
            </a:endParaRPr>
          </a:p>
          <a:p>
            <a:pPr indent="0" algn="l"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di riferimento in moto fra loro, dall'altro i primi indizi sulla struttura granulare dell'energia</a:t>
            </a:r>
            <a:endParaRPr lang="en-US" altLang="en-US">
              <a:ln w="6350" cmpd="sng">
                <a:noFill/>
                <a:prstDash val="solid"/>
              </a:ln>
              <a:solidFill>
                <a:srgbClr val="47FF52"/>
              </a:solidFill>
              <a:latin typeface="OPTINational-Gothic" charset="0"/>
              <a:cs typeface="OPTINational-Gothic" charset="0"/>
            </a:endParaRPr>
          </a:p>
          <a:p>
            <a:pPr indent="0" algn="l"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emessa o assorbita dai vari corpi sotto forma di radiazione. È nel XX secolo che questi</a:t>
            </a:r>
            <a:endParaRPr lang="en-US" altLang="en-US">
              <a:ln w="6350" cmpd="sng">
                <a:noFill/>
                <a:prstDash val="solid"/>
              </a:ln>
              <a:solidFill>
                <a:srgbClr val="47FF52"/>
              </a:solidFill>
              <a:latin typeface="OPTINational-Gothic" charset="0"/>
              <a:cs typeface="OPTINational-Gothic" charset="0"/>
            </a:endParaRPr>
          </a:p>
          <a:p>
            <a:pPr indent="0" algn="l"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primi quesiti, e molti altri da essi derivati, trovano la loro risposta, gli uni nella Teoria della</a:t>
            </a:r>
            <a:endParaRPr lang="en-US" altLang="en-US">
              <a:ln w="6350" cmpd="sng">
                <a:noFill/>
                <a:prstDash val="solid"/>
              </a:ln>
              <a:solidFill>
                <a:srgbClr val="47FF52"/>
              </a:solidFill>
              <a:latin typeface="OPTINational-Gothic" charset="0"/>
              <a:cs typeface="OPTINational-Gothic" charset="0"/>
            </a:endParaRPr>
          </a:p>
          <a:p>
            <a:pPr indent="0" algn="l" fontAlgn="auto">
              <a:buFont typeface="Arial" panose="02080604020202020204" pitchFamily="34" charset="0"/>
              <a:buNone/>
            </a:pPr>
            <a:r>
              <a:rPr lang="en-US" altLang="en-US">
                <a:ln w="6350" cmpd="sng">
                  <a:noFill/>
                  <a:prstDash val="solid"/>
                </a:ln>
                <a:solidFill>
                  <a:srgbClr val="47FF52"/>
                </a:solidFill>
                <a:latin typeface="OPTINational-Gothic" charset="0"/>
                <a:cs typeface="OPTINational-Gothic" charset="0"/>
              </a:rPr>
              <a:t>Relatività, gli altri nella Teoria Quantistica...”.</a:t>
            </a:r>
            <a:endParaRPr lang="en-US" altLang="en-US">
              <a:ln w="6350" cmpd="sng">
                <a:noFill/>
                <a:prstDash val="solid"/>
              </a:ln>
              <a:solidFill>
                <a:srgbClr val="47FF52"/>
              </a:solidFill>
              <a:latin typeface="OPTINational-Gothic" charset="0"/>
              <a:cs typeface="OPTINational-Gothic" charset="0"/>
            </a:endParaRPr>
          </a:p>
        </p:txBody>
      </p:sp>
      <p:sp>
        <p:nvSpPr>
          <p:cNvPr id="13" name="Text Box 12"/>
          <p:cNvSpPr txBox="true"/>
          <p:nvPr/>
        </p:nvSpPr>
        <p:spPr>
          <a:xfrm>
            <a:off x="6510655" y="2867025"/>
            <a:ext cx="1417955" cy="337185"/>
          </a:xfrm>
          <a:prstGeom prst="rect">
            <a:avLst/>
          </a:prstGeom>
          <a:noFill/>
        </p:spPr>
        <p:txBody>
          <a:bodyPr wrap="square" rtlCol="0">
            <a:spAutoFit/>
          </a:bodyPr>
          <a:lstStyle/>
          <a:p>
            <a:pPr algn="r" fontAlgn="auto"/>
            <a:r>
              <a:rPr lang="en-US" altLang="en-US" sz="1600">
                <a:ln w="6350" cmpd="sng">
                  <a:noFill/>
                  <a:prstDash val="solid"/>
                </a:ln>
                <a:solidFill>
                  <a:srgbClr val="47FF52"/>
                </a:solidFill>
                <a:latin typeface="OPTINational-Gothic" charset="0"/>
                <a:cs typeface="OPTINational-Gothic" charset="0"/>
              </a:rPr>
              <a:t>Edoardo Amaldi</a:t>
            </a:r>
            <a:endParaRPr lang="en-US" altLang="en-US" sz="1600">
              <a:ln w="6350" cmpd="sng">
                <a:noFill/>
                <a:prstDash val="solid"/>
              </a:ln>
              <a:solidFill>
                <a:srgbClr val="47FF52"/>
              </a:solidFill>
              <a:latin typeface="OPTINational-Gothic" charset="0"/>
              <a:cs typeface="OPTINational-Gothic" charset="0"/>
            </a:endParaRPr>
          </a:p>
        </p:txBody>
      </p:sp>
      <p:pic>
        <p:nvPicPr>
          <p:cNvPr id="4" name="Picture 3"/>
          <p:cNvPicPr>
            <a:picLocks noChangeAspect="true"/>
          </p:cNvPicPr>
          <p:nvPr/>
        </p:nvPicPr>
        <p:blipFill>
          <a:blip r:embed="rId2"/>
          <a:stretch>
            <a:fillRect/>
          </a:stretch>
        </p:blipFill>
        <p:spPr>
          <a:xfrm>
            <a:off x="8551545" y="4126230"/>
            <a:ext cx="3521075" cy="742315"/>
          </a:xfrm>
          <a:prstGeom prst="rect">
            <a:avLst/>
          </a:prstGeom>
        </p:spPr>
      </p:pic>
      <p:graphicFrame>
        <p:nvGraphicFramePr>
          <p:cNvPr id="9" name="Diagram 8"/>
          <p:cNvGraphicFramePr/>
          <p:nvPr/>
        </p:nvGraphicFramePr>
        <p:xfrm>
          <a:off x="74930" y="3576320"/>
          <a:ext cx="7853680" cy="18421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Straight Arrow Connector 9"/>
          <p:cNvCxnSpPr>
            <a:stCxn id="9" idx="3"/>
          </p:cNvCxnSpPr>
          <p:nvPr/>
        </p:nvCxnSpPr>
        <p:spPr>
          <a:xfrm>
            <a:off x="7928610" y="4497705"/>
            <a:ext cx="586740" cy="6985"/>
          </a:xfrm>
          <a:prstGeom prst="straightConnector1">
            <a:avLst/>
          </a:prstGeom>
          <a:ln>
            <a:tailEnd type="arrow" w="med" len="med"/>
          </a:ln>
        </p:spPr>
        <p:style>
          <a:lnRef idx="1">
            <a:schemeClr val="accent6"/>
          </a:lnRef>
          <a:fillRef idx="0">
            <a:schemeClr val="accent6"/>
          </a:fillRef>
          <a:effectRef idx="0">
            <a:schemeClr val="accent6"/>
          </a:effectRef>
          <a:fontRef idx="minor">
            <a:schemeClr val="tx1"/>
          </a:fontRef>
        </p:style>
      </p:cxnSp>
      <p:sp>
        <p:nvSpPr>
          <p:cNvPr id="11" name="Text Box 10"/>
          <p:cNvSpPr txBox="true"/>
          <p:nvPr/>
        </p:nvSpPr>
        <p:spPr>
          <a:xfrm>
            <a:off x="8357870" y="4935855"/>
            <a:ext cx="3714750" cy="1322070"/>
          </a:xfrm>
          <a:prstGeom prst="rect">
            <a:avLst/>
          </a:prstGeom>
          <a:noFill/>
        </p:spPr>
        <p:txBody>
          <a:bodyPr wrap="square" rtlCol="0">
            <a:spAutoFit/>
          </a:bodyPr>
          <a:lstStyle/>
          <a:p>
            <a:pPr fontAlgn="auto"/>
            <a:r>
              <a:rPr lang="en-US" altLang="en-US" sz="1600">
                <a:ln w="6350" cmpd="sng">
                  <a:noFill/>
                  <a:prstDash val="solid"/>
                </a:ln>
                <a:solidFill>
                  <a:srgbClr val="47FF52"/>
                </a:solidFill>
                <a:latin typeface="OPTINational-Gothic" charset="0"/>
                <a:cs typeface="OPTINational-Gothic" charset="0"/>
              </a:rPr>
              <a:t>Dove ε0 e μ0 sono rispettivamente le costanti fondamentali del campo elettrostatico e magnetico, a prova della complicità dei due nella creazione dei campi elettromagnetici.</a:t>
            </a:r>
            <a:endParaRPr lang="en-US" altLang="en-US" sz="1600">
              <a:ln w="6350" cmpd="sng">
                <a:noFill/>
                <a:prstDash val="solid"/>
              </a:ln>
              <a:solidFill>
                <a:srgbClr val="47FF52"/>
              </a:solidFill>
              <a:latin typeface="OPTINational-Gothic" charset="0"/>
              <a:cs typeface="OPTINational-Gothic" charset="0"/>
            </a:endParaRPr>
          </a:p>
        </p:txBody>
      </p:sp>
      <p:pic>
        <p:nvPicPr>
          <p:cNvPr id="14" name="Picture 13" descr="Edoardo_Amaldi_pillars"/>
          <p:cNvPicPr>
            <a:picLocks noChangeAspect="true"/>
          </p:cNvPicPr>
          <p:nvPr/>
        </p:nvPicPr>
        <p:blipFill>
          <a:blip r:embed="rId8"/>
          <a:stretch>
            <a:fillRect/>
          </a:stretch>
        </p:blipFill>
        <p:spPr>
          <a:xfrm>
            <a:off x="8551545" y="320675"/>
            <a:ext cx="2128520" cy="28835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3453765" y="130810"/>
            <a:ext cx="5249545"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ALLA RICERCA DELL’ETERE</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pic>
        <p:nvPicPr>
          <p:cNvPr id="2" name="Picture 1" descr="etere"/>
          <p:cNvPicPr>
            <a:picLocks noChangeAspect="true"/>
          </p:cNvPicPr>
          <p:nvPr/>
        </p:nvPicPr>
        <p:blipFill>
          <a:blip r:embed="rId2"/>
          <a:stretch>
            <a:fillRect/>
          </a:stretch>
        </p:blipFill>
        <p:spPr>
          <a:xfrm>
            <a:off x="106680" y="837565"/>
            <a:ext cx="3407410" cy="4393565"/>
          </a:xfrm>
          <a:prstGeom prst="rect">
            <a:avLst/>
          </a:prstGeom>
        </p:spPr>
      </p:pic>
      <p:sp>
        <p:nvSpPr>
          <p:cNvPr id="13" name="Text Box 12"/>
          <p:cNvSpPr txBox="true"/>
          <p:nvPr/>
        </p:nvSpPr>
        <p:spPr>
          <a:xfrm>
            <a:off x="-39370" y="5297805"/>
            <a:ext cx="4180840" cy="829945"/>
          </a:xfrm>
          <a:prstGeom prst="rect">
            <a:avLst/>
          </a:prstGeom>
          <a:noFill/>
        </p:spPr>
        <p:txBody>
          <a:bodyPr wrap="square" rtlCol="0">
            <a:spAutoFit/>
          </a:bodyPr>
          <a:lstStyle/>
          <a:p>
            <a:pPr fontAlgn="auto"/>
            <a:r>
              <a:rPr lang="en-US" altLang="en-US" sz="1600">
                <a:ln w="6350" cmpd="sng">
                  <a:noFill/>
                  <a:prstDash val="solid"/>
                </a:ln>
                <a:solidFill>
                  <a:srgbClr val="47FF52"/>
                </a:solidFill>
                <a:latin typeface="OPTINational-Gothic" charset="0"/>
                <a:cs typeface="OPTINational-Gothic" charset="0"/>
              </a:rPr>
              <a:t>Già Aristotele aveva ipotizzato l’esistenza dell’etere, come quinto elemento dopo Terra, Acqua, Aria e Fuoco.</a:t>
            </a:r>
            <a:endParaRPr lang="en-US" altLang="en-US" sz="1600">
              <a:ln w="6350" cmpd="sng">
                <a:noFill/>
                <a:prstDash val="solid"/>
              </a:ln>
              <a:solidFill>
                <a:srgbClr val="47FF52"/>
              </a:solidFill>
              <a:latin typeface="OPTINational-Gothic" charset="0"/>
              <a:cs typeface="OPTINational-Gothic" charset="0"/>
            </a:endParaRPr>
          </a:p>
        </p:txBody>
      </p:sp>
      <p:pic>
        <p:nvPicPr>
          <p:cNvPr id="3" name="Picture 2" descr="etere1"/>
          <p:cNvPicPr>
            <a:picLocks noChangeAspect="true"/>
          </p:cNvPicPr>
          <p:nvPr/>
        </p:nvPicPr>
        <p:blipFill>
          <a:blip r:embed="rId3"/>
          <a:stretch>
            <a:fillRect/>
          </a:stretch>
        </p:blipFill>
        <p:spPr>
          <a:xfrm>
            <a:off x="8609330" y="130810"/>
            <a:ext cx="3430905" cy="2574290"/>
          </a:xfrm>
          <a:prstGeom prst="rect">
            <a:avLst/>
          </a:prstGeom>
        </p:spPr>
      </p:pic>
      <p:pic>
        <p:nvPicPr>
          <p:cNvPr id="4" name="Picture 3" descr="michmorley"/>
          <p:cNvPicPr>
            <a:picLocks noChangeAspect="true"/>
          </p:cNvPicPr>
          <p:nvPr/>
        </p:nvPicPr>
        <p:blipFill>
          <a:blip r:embed="rId4"/>
          <a:stretch>
            <a:fillRect/>
          </a:stretch>
        </p:blipFill>
        <p:spPr>
          <a:xfrm>
            <a:off x="4141470" y="2949575"/>
            <a:ext cx="4901565" cy="2933700"/>
          </a:xfrm>
          <a:prstGeom prst="rect">
            <a:avLst/>
          </a:prstGeom>
        </p:spPr>
      </p:pic>
      <p:sp>
        <p:nvSpPr>
          <p:cNvPr id="6" name="Text Box 5"/>
          <p:cNvSpPr txBox="true"/>
          <p:nvPr/>
        </p:nvSpPr>
        <p:spPr>
          <a:xfrm>
            <a:off x="9409430" y="4154805"/>
            <a:ext cx="2105660" cy="1076325"/>
          </a:xfrm>
          <a:prstGeom prst="rect">
            <a:avLst/>
          </a:prstGeom>
          <a:noFill/>
        </p:spPr>
        <p:txBody>
          <a:bodyPr wrap="square" rtlCol="0">
            <a:spAutoFit/>
          </a:bodyPr>
          <a:lstStyle/>
          <a:p>
            <a:pPr fontAlgn="auto"/>
            <a:r>
              <a:rPr lang="en-US" altLang="en-US" sz="1600">
                <a:ln w="6350" cmpd="sng">
                  <a:noFill/>
                  <a:prstDash val="solid"/>
                </a:ln>
                <a:solidFill>
                  <a:srgbClr val="47FF52"/>
                </a:solidFill>
                <a:latin typeface="OPTINational-Gothic" charset="0"/>
                <a:cs typeface="OPTINational-Gothic" charset="0"/>
              </a:rPr>
              <a:t>L’esperimento di Michelson-Morley non riuscì a dimostrare l’esistenza dell’etere.</a:t>
            </a:r>
            <a:endParaRPr lang="en-US" altLang="en-US" sz="1600">
              <a:ln w="6350" cmpd="sng">
                <a:noFill/>
                <a:prstDash val="solid"/>
              </a:ln>
              <a:solidFill>
                <a:srgbClr val="47FF52"/>
              </a:solidFill>
              <a:latin typeface="OPTINational-Gothic" charset="0"/>
              <a:cs typeface="OPTINational-Gothic"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2390775" y="191135"/>
            <a:ext cx="7375525"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LA FRAGILITÀ DELLA FISICA CLASSICA</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pic>
        <p:nvPicPr>
          <p:cNvPr id="3" name="Picture 2" descr="ominoinmovimento"/>
          <p:cNvPicPr>
            <a:picLocks noChangeAspect="true"/>
          </p:cNvPicPr>
          <p:nvPr/>
        </p:nvPicPr>
        <p:blipFill>
          <a:blip r:embed="rId2"/>
          <a:stretch>
            <a:fillRect/>
          </a:stretch>
        </p:blipFill>
        <p:spPr>
          <a:xfrm>
            <a:off x="8173720" y="1762125"/>
            <a:ext cx="1592580" cy="2781300"/>
          </a:xfrm>
          <a:prstGeom prst="rect">
            <a:avLst/>
          </a:prstGeom>
        </p:spPr>
      </p:pic>
      <p:pic>
        <p:nvPicPr>
          <p:cNvPr id="4" name="Picture 3" descr="ominofermo"/>
          <p:cNvPicPr>
            <a:picLocks noChangeAspect="true"/>
          </p:cNvPicPr>
          <p:nvPr/>
        </p:nvPicPr>
        <p:blipFill>
          <a:blip r:embed="rId3"/>
          <a:stretch>
            <a:fillRect/>
          </a:stretch>
        </p:blipFill>
        <p:spPr>
          <a:xfrm>
            <a:off x="2390775" y="1762125"/>
            <a:ext cx="1485265" cy="2781300"/>
          </a:xfrm>
          <a:prstGeom prst="rect">
            <a:avLst/>
          </a:prstGeom>
        </p:spPr>
      </p:pic>
      <p:sp>
        <p:nvSpPr>
          <p:cNvPr id="6" name="Text Box 5"/>
          <p:cNvSpPr txBox="true"/>
          <p:nvPr/>
        </p:nvSpPr>
        <p:spPr>
          <a:xfrm>
            <a:off x="7526655" y="4559300"/>
            <a:ext cx="3721735" cy="1568450"/>
          </a:xfrm>
          <a:prstGeom prst="rect">
            <a:avLst/>
          </a:prstGeom>
          <a:noFill/>
        </p:spPr>
        <p:txBody>
          <a:bodyPr wrap="square" rtlCol="0">
            <a:spAutoFit/>
          </a:bodyPr>
          <a:lstStyle/>
          <a:p>
            <a:pPr algn="r" fontAlgn="auto"/>
            <a:r>
              <a:rPr lang="en-US" altLang="en-US" sz="1600">
                <a:ln w="6350" cmpd="sng">
                  <a:noFill/>
                  <a:prstDash val="solid"/>
                </a:ln>
                <a:solidFill>
                  <a:srgbClr val="47FF52"/>
                </a:solidFill>
                <a:latin typeface="OPTINational-Gothic" charset="0"/>
                <a:cs typeface="OPTINational-Gothic" charset="0"/>
              </a:rPr>
              <a:t>Quando invece l’osservatore è in movimento con velocità u = c, secondo le trasformazioni di Galileo, non potrebbe riflettere la propria immagine in quanto si muove alla stessa velocità da lui emanata in un certo istante di tempo. E infatti v’ = c - u .</a:t>
            </a:r>
            <a:endParaRPr lang="en-US" altLang="en-US" sz="1600">
              <a:ln w="6350" cmpd="sng">
                <a:noFill/>
                <a:prstDash val="solid"/>
              </a:ln>
              <a:solidFill>
                <a:srgbClr val="47FF52"/>
              </a:solidFill>
              <a:latin typeface="OPTINational-Gothic" charset="0"/>
              <a:cs typeface="OPTINational-Gothic" charset="0"/>
            </a:endParaRPr>
          </a:p>
        </p:txBody>
      </p:sp>
      <p:sp>
        <p:nvSpPr>
          <p:cNvPr id="8" name="Text Box 7"/>
          <p:cNvSpPr txBox="true"/>
          <p:nvPr/>
        </p:nvSpPr>
        <p:spPr>
          <a:xfrm>
            <a:off x="1616710" y="4797425"/>
            <a:ext cx="2105660" cy="1076325"/>
          </a:xfrm>
          <a:prstGeom prst="rect">
            <a:avLst/>
          </a:prstGeom>
          <a:noFill/>
        </p:spPr>
        <p:txBody>
          <a:bodyPr wrap="square" rtlCol="0">
            <a:spAutoFit/>
          </a:bodyPr>
          <a:lstStyle/>
          <a:p>
            <a:pPr fontAlgn="auto"/>
            <a:r>
              <a:rPr lang="en-US" altLang="en-US" sz="1600">
                <a:ln w="6350" cmpd="sng">
                  <a:noFill/>
                  <a:prstDash val="solid"/>
                </a:ln>
                <a:solidFill>
                  <a:srgbClr val="47FF52"/>
                </a:solidFill>
                <a:latin typeface="OPTINational-Gothic" charset="0"/>
                <a:cs typeface="OPTINational-Gothic" charset="0"/>
              </a:rPr>
              <a:t>Quando l’osservatore è fermo l’immagine viene normalmente riflessa sullo specchio.</a:t>
            </a:r>
            <a:endParaRPr lang="en-US" altLang="en-US" sz="1600">
              <a:ln w="6350" cmpd="sng">
                <a:noFill/>
                <a:prstDash val="solid"/>
              </a:ln>
              <a:solidFill>
                <a:srgbClr val="47FF52"/>
              </a:solidFill>
              <a:latin typeface="OPTINational-Gothic" charset="0"/>
              <a:cs typeface="OPTINational-Gothic" charset="0"/>
            </a:endParaRPr>
          </a:p>
        </p:txBody>
      </p:sp>
      <p:sp>
        <p:nvSpPr>
          <p:cNvPr id="9" name="Text Box 8"/>
          <p:cNvSpPr txBox="true"/>
          <p:nvPr/>
        </p:nvSpPr>
        <p:spPr>
          <a:xfrm>
            <a:off x="5026025" y="2297430"/>
            <a:ext cx="1997710" cy="768350"/>
          </a:xfrm>
          <a:prstGeom prst="rect">
            <a:avLst/>
          </a:prstGeom>
          <a:noFill/>
        </p:spPr>
        <p:txBody>
          <a:bodyPr wrap="square" rtlCol="0">
            <a:spAutoFit/>
          </a:bodyPr>
          <a:lstStyle/>
          <a:p>
            <a:pPr fontAlgn="auto"/>
            <a:r>
              <a:rPr lang="en-US" altLang="en-US" sz="2800">
                <a:ln w="6350" cmpd="sng">
                  <a:noFill/>
                  <a:prstDash val="solid"/>
                </a:ln>
                <a:solidFill>
                  <a:srgbClr val="47FF52"/>
                </a:solidFill>
                <a:latin typeface="OPTINational-Gothic" charset="0"/>
                <a:cs typeface="OPTINational-Gothic" charset="0"/>
              </a:rPr>
              <a:t>RISULTATO:</a:t>
            </a:r>
            <a:r>
              <a:rPr lang="en-US" altLang="en-US" sz="1600">
                <a:ln w="6350" cmpd="sng">
                  <a:noFill/>
                  <a:prstDash val="solid"/>
                </a:ln>
                <a:solidFill>
                  <a:srgbClr val="47FF52"/>
                </a:solidFill>
                <a:latin typeface="OPTINational-Gothic" charset="0"/>
                <a:cs typeface="OPTINational-Gothic" charset="0"/>
              </a:rPr>
              <a:t> </a:t>
            </a:r>
            <a:endParaRPr lang="en-US" altLang="en-US" sz="1600">
              <a:ln w="6350" cmpd="sng">
                <a:noFill/>
                <a:prstDash val="solid"/>
              </a:ln>
              <a:solidFill>
                <a:srgbClr val="47FF52"/>
              </a:solidFill>
              <a:latin typeface="OPTINational-Gothic" charset="0"/>
              <a:cs typeface="OPTINational-Gothic" charset="0"/>
            </a:endParaRPr>
          </a:p>
          <a:p>
            <a:pPr fontAlgn="auto"/>
            <a:endParaRPr lang="en-US" altLang="en-US" sz="1600">
              <a:ln w="6350" cmpd="sng">
                <a:noFill/>
                <a:prstDash val="solid"/>
              </a:ln>
              <a:solidFill>
                <a:srgbClr val="47FF52"/>
              </a:solidFill>
              <a:latin typeface="OPTINational-Gothic" charset="0"/>
              <a:cs typeface="OPTINational-Gothic" charset="0"/>
            </a:endParaRPr>
          </a:p>
        </p:txBody>
      </p:sp>
      <p:sp>
        <p:nvSpPr>
          <p:cNvPr id="10" name="Text Box 9"/>
          <p:cNvSpPr txBox="true"/>
          <p:nvPr/>
        </p:nvSpPr>
        <p:spPr>
          <a:xfrm>
            <a:off x="4558030" y="3065780"/>
            <a:ext cx="2933700" cy="1938020"/>
          </a:xfrm>
          <a:prstGeom prst="rect">
            <a:avLst/>
          </a:prstGeom>
          <a:noFill/>
        </p:spPr>
        <p:txBody>
          <a:bodyPr wrap="square" rtlCol="0">
            <a:spAutoFit/>
          </a:bodyPr>
          <a:lstStyle/>
          <a:p>
            <a:pPr fontAlgn="auto"/>
            <a:r>
              <a:rPr lang="en-US" altLang="en-US" sz="2000">
                <a:ln w="6350" cmpd="sng">
                  <a:noFill/>
                  <a:prstDash val="solid"/>
                </a:ln>
                <a:solidFill>
                  <a:srgbClr val="47FF52"/>
                </a:solidFill>
                <a:latin typeface="OPTINational-Gothic" charset="0"/>
                <a:cs typeface="OPTINational-Gothic" charset="0"/>
              </a:rPr>
              <a:t>POSSIAMO RENDERCI CONTO DI ESSERE FERMI O IN MOVIMENTO DI MOTO RETTILINEO UNIFORME, GUARDANDO UNO SPECCHIO!!!</a:t>
            </a:r>
            <a:endParaRPr lang="en-US" altLang="en-US" sz="2000">
              <a:ln w="6350" cmpd="sng">
                <a:noFill/>
                <a:prstDash val="solid"/>
              </a:ln>
              <a:solidFill>
                <a:srgbClr val="47FF52"/>
              </a:solidFill>
              <a:latin typeface="OPTINational-Gothic" charset="0"/>
              <a:cs typeface="OPTINational-Gothic"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3692525" y="162560"/>
            <a:ext cx="4773295"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TRE POSSIBILI SCENARI</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sp>
        <p:nvSpPr>
          <p:cNvPr id="8" name="Text Box 7"/>
          <p:cNvSpPr txBox="true"/>
          <p:nvPr/>
        </p:nvSpPr>
        <p:spPr>
          <a:xfrm>
            <a:off x="2002155" y="1444625"/>
            <a:ext cx="8187690" cy="3969385"/>
          </a:xfrm>
          <a:prstGeom prst="rect">
            <a:avLst/>
          </a:prstGeom>
          <a:noFill/>
        </p:spPr>
        <p:txBody>
          <a:bodyPr wrap="square" rtlCol="0">
            <a:spAutoFit/>
          </a:bodyPr>
          <a:lstStyle/>
          <a:p>
            <a:pPr marL="342900" indent="-342900" fontAlgn="auto">
              <a:buFont typeface="+mj-lt"/>
              <a:buAutoNum type="arabicPeriod"/>
            </a:pPr>
            <a:r>
              <a:rPr lang="en-US" altLang="en-US" sz="2800">
                <a:ln w="6350" cmpd="sng">
                  <a:noFill/>
                  <a:prstDash val="solid"/>
                </a:ln>
                <a:solidFill>
                  <a:srgbClr val="47FF52"/>
                </a:solidFill>
                <a:latin typeface="OPTINational-Gothic" charset="0"/>
                <a:cs typeface="OPTINational-Gothic" charset="0"/>
              </a:rPr>
              <a:t>Il principio della relativa di Galileo è falso e quindi esiste un modo per rendersi conto se si è fermi o in moto rettilineo uniforme.</a:t>
            </a:r>
            <a:endParaRPr lang="en-US" altLang="en-US" sz="2800">
              <a:ln w="6350" cmpd="sng">
                <a:noFill/>
                <a:prstDash val="solid"/>
              </a:ln>
              <a:solidFill>
                <a:srgbClr val="47FF52"/>
              </a:solidFill>
              <a:latin typeface="OPTINational-Gothic" charset="0"/>
              <a:cs typeface="OPTINational-Gothic" charset="0"/>
            </a:endParaRPr>
          </a:p>
          <a:p>
            <a:pPr marL="342900" indent="-342900" fontAlgn="auto">
              <a:buFont typeface="+mj-lt"/>
              <a:buAutoNum type="arabicPeriod"/>
            </a:pPr>
            <a:endParaRPr lang="en-US" altLang="en-US" sz="2800">
              <a:ln w="6350" cmpd="sng">
                <a:noFill/>
                <a:prstDash val="solid"/>
              </a:ln>
              <a:solidFill>
                <a:srgbClr val="47FF52"/>
              </a:solidFill>
              <a:latin typeface="OPTINational-Gothic" charset="0"/>
              <a:cs typeface="OPTINational-Gothic" charset="0"/>
            </a:endParaRPr>
          </a:p>
          <a:p>
            <a:pPr marL="342900" indent="-342900" fontAlgn="auto">
              <a:buFont typeface="+mj-lt"/>
              <a:buAutoNum type="arabicPeriod"/>
            </a:pPr>
            <a:r>
              <a:rPr lang="en-US" altLang="en-US" sz="2800">
                <a:ln w="6350" cmpd="sng">
                  <a:noFill/>
                  <a:prstDash val="solid"/>
                </a:ln>
                <a:solidFill>
                  <a:srgbClr val="47FF52"/>
                </a:solidFill>
                <a:latin typeface="OPTINational-Gothic" charset="0"/>
                <a:cs typeface="OPTINational-Gothic" charset="0"/>
              </a:rPr>
              <a:t>Le leggi elaborate da Maxwell sono errate e quindi non esiste alcuna costante c.</a:t>
            </a:r>
            <a:endParaRPr lang="en-US" altLang="en-US" sz="2800">
              <a:ln w="6350" cmpd="sng">
                <a:noFill/>
                <a:prstDash val="solid"/>
              </a:ln>
              <a:solidFill>
                <a:srgbClr val="47FF52"/>
              </a:solidFill>
              <a:latin typeface="OPTINational-Gothic" charset="0"/>
              <a:cs typeface="OPTINational-Gothic" charset="0"/>
            </a:endParaRPr>
          </a:p>
          <a:p>
            <a:pPr marL="342900" indent="-342900" fontAlgn="auto">
              <a:buFont typeface="+mj-lt"/>
              <a:buAutoNum type="arabicPeriod"/>
            </a:pPr>
            <a:endParaRPr lang="en-US" altLang="en-US" sz="2800">
              <a:ln w="6350" cmpd="sng">
                <a:noFill/>
                <a:prstDash val="solid"/>
              </a:ln>
              <a:solidFill>
                <a:srgbClr val="47FF52"/>
              </a:solidFill>
              <a:latin typeface="OPTINational-Gothic" charset="0"/>
              <a:cs typeface="OPTINational-Gothic" charset="0"/>
            </a:endParaRPr>
          </a:p>
          <a:p>
            <a:pPr marL="342900" indent="-342900" fontAlgn="auto">
              <a:buFont typeface="+mj-lt"/>
              <a:buAutoNum type="arabicPeriod"/>
            </a:pPr>
            <a:r>
              <a:rPr lang="en-US" altLang="en-US" sz="2800">
                <a:ln w="6350" cmpd="sng">
                  <a:noFill/>
                  <a:prstDash val="solid"/>
                </a:ln>
                <a:solidFill>
                  <a:srgbClr val="47FF52"/>
                </a:solidFill>
                <a:latin typeface="OPTINational-Gothic" charset="0"/>
                <a:cs typeface="OPTINational-Gothic" charset="0"/>
              </a:rPr>
              <a:t>Le trasformazioni di Galileo e la meccanica conseguente sono errate.</a:t>
            </a:r>
            <a:endParaRPr lang="en-US" altLang="en-US" sz="2800">
              <a:ln w="6350" cmpd="sng">
                <a:noFill/>
                <a:prstDash val="solid"/>
              </a:ln>
              <a:solidFill>
                <a:srgbClr val="47FF52"/>
              </a:solidFill>
              <a:latin typeface="OPTINational-Gothic" charset="0"/>
              <a:cs typeface="OPTINational-Gothic" charset="0"/>
            </a:endParaRPr>
          </a:p>
        </p:txBody>
      </p:sp>
      <p:sp>
        <p:nvSpPr>
          <p:cNvPr id="2" name="Oval 1"/>
          <p:cNvSpPr/>
          <p:nvPr/>
        </p:nvSpPr>
        <p:spPr>
          <a:xfrm>
            <a:off x="1457325" y="4178300"/>
            <a:ext cx="9171940" cy="1462405"/>
          </a:xfrm>
          <a:prstGeom prst="ellipse">
            <a:avLst/>
          </a:prstGeom>
          <a:noFill/>
          <a:ln>
            <a:solidFill>
              <a:srgbClr val="FF400D"/>
            </a:solidFill>
          </a:ln>
          <a:extLst>
            <a:ext uri="{909E8E84-426E-40DD-AFC4-6F175D3DCCD1}">
              <a14:hiddenFill xmlns:a14="http://schemas.microsoft.com/office/drawing/2010/main">
                <a:solidFill>
                  <a:schemeClr val="accent2"/>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3423920" y="154940"/>
            <a:ext cx="5309870"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LA RELATIVITÀ RISTRETTA</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sp>
        <p:nvSpPr>
          <p:cNvPr id="8" name="Text Box 7"/>
          <p:cNvSpPr txBox="true"/>
          <p:nvPr/>
        </p:nvSpPr>
        <p:spPr>
          <a:xfrm>
            <a:off x="4968240" y="1445260"/>
            <a:ext cx="6955155" cy="1014730"/>
          </a:xfrm>
          <a:prstGeom prst="rect">
            <a:avLst/>
          </a:prstGeom>
          <a:noFill/>
        </p:spPr>
        <p:txBody>
          <a:bodyPr wrap="square" rtlCol="0">
            <a:spAutoFit/>
          </a:bodyPr>
          <a:lstStyle/>
          <a:p>
            <a:pPr algn="r" fontAlgn="auto"/>
            <a:r>
              <a:rPr lang="en-US" altLang="en-US" sz="2000">
                <a:ln w="6350" cmpd="sng">
                  <a:noFill/>
                  <a:prstDash val="solid"/>
                </a:ln>
                <a:solidFill>
                  <a:srgbClr val="47FF52"/>
                </a:solidFill>
                <a:latin typeface="OPTINational-Gothic" charset="0"/>
                <a:cs typeface="OPTINational-Gothic" charset="0"/>
              </a:rPr>
              <a:t>“Le leggi secondo cui variano gli stati di un sistema fisico non</a:t>
            </a:r>
            <a:endParaRPr lang="en-US" altLang="en-US" sz="2000">
              <a:ln w="6350" cmpd="sng">
                <a:noFill/>
                <a:prstDash val="solid"/>
              </a:ln>
              <a:solidFill>
                <a:srgbClr val="47FF52"/>
              </a:solidFill>
              <a:latin typeface="OPTINational-Gothic" charset="0"/>
              <a:cs typeface="OPTINational-Gothic" charset="0"/>
            </a:endParaRPr>
          </a:p>
          <a:p>
            <a:pPr algn="r" fontAlgn="auto"/>
            <a:r>
              <a:rPr lang="en-US" altLang="en-US" sz="2000">
                <a:ln w="6350" cmpd="sng">
                  <a:noFill/>
                  <a:prstDash val="solid"/>
                </a:ln>
                <a:solidFill>
                  <a:srgbClr val="47FF52"/>
                </a:solidFill>
                <a:latin typeface="OPTINational-Gothic" charset="0"/>
                <a:cs typeface="OPTINational-Gothic" charset="0"/>
              </a:rPr>
              <a:t>dipendono dal fatto di essere riferite all’uno o all’altro di due sistemi di</a:t>
            </a:r>
            <a:endParaRPr lang="en-US" altLang="en-US" sz="2000">
              <a:ln w="6350" cmpd="sng">
                <a:noFill/>
                <a:prstDash val="solid"/>
              </a:ln>
              <a:solidFill>
                <a:srgbClr val="47FF52"/>
              </a:solidFill>
              <a:latin typeface="OPTINational-Gothic" charset="0"/>
              <a:cs typeface="OPTINational-Gothic" charset="0"/>
            </a:endParaRPr>
          </a:p>
          <a:p>
            <a:pPr algn="r" fontAlgn="auto"/>
            <a:r>
              <a:rPr lang="en-US" altLang="en-US" sz="2000">
                <a:ln w="6350" cmpd="sng">
                  <a:noFill/>
                  <a:prstDash val="solid"/>
                </a:ln>
                <a:solidFill>
                  <a:srgbClr val="47FF52"/>
                </a:solidFill>
                <a:latin typeface="OPTINational-Gothic" charset="0"/>
                <a:cs typeface="OPTINational-Gothic" charset="0"/>
              </a:rPr>
              <a:t>coordinate in moto relativo uniforme.”</a:t>
            </a:r>
            <a:endParaRPr lang="en-US" altLang="en-US" sz="2000">
              <a:ln w="6350" cmpd="sng">
                <a:noFill/>
                <a:prstDash val="solid"/>
              </a:ln>
              <a:solidFill>
                <a:srgbClr val="47FF52"/>
              </a:solidFill>
              <a:latin typeface="OPTINational-Gothic" charset="0"/>
              <a:cs typeface="OPTINational-Gothic" charset="0"/>
            </a:endParaRPr>
          </a:p>
        </p:txBody>
      </p:sp>
      <p:sp>
        <p:nvSpPr>
          <p:cNvPr id="4" name="Text Box 3"/>
          <p:cNvSpPr txBox="true"/>
          <p:nvPr/>
        </p:nvSpPr>
        <p:spPr>
          <a:xfrm>
            <a:off x="4487545" y="3509010"/>
            <a:ext cx="7435850" cy="1014730"/>
          </a:xfrm>
          <a:prstGeom prst="rect">
            <a:avLst/>
          </a:prstGeom>
          <a:noFill/>
        </p:spPr>
        <p:txBody>
          <a:bodyPr wrap="square" rtlCol="0">
            <a:spAutoFit/>
          </a:bodyPr>
          <a:lstStyle/>
          <a:p>
            <a:pPr algn="r" fontAlgn="auto"/>
            <a:r>
              <a:rPr lang="en-US" altLang="en-US" sz="2000">
                <a:ln w="6350" cmpd="sng">
                  <a:noFill/>
                  <a:prstDash val="solid"/>
                </a:ln>
                <a:solidFill>
                  <a:srgbClr val="47FF52"/>
                </a:solidFill>
                <a:latin typeface="OPTINational-Gothic" charset="0"/>
                <a:cs typeface="OPTINational-Gothic" charset="0"/>
              </a:rPr>
              <a:t>“Un raggio di luce si muove in ogni sistema inerziale di coordinate con</a:t>
            </a:r>
            <a:endParaRPr lang="en-US" altLang="en-US" sz="2000">
              <a:ln w="6350" cmpd="sng">
                <a:noFill/>
                <a:prstDash val="solid"/>
              </a:ln>
              <a:solidFill>
                <a:srgbClr val="47FF52"/>
              </a:solidFill>
              <a:latin typeface="OPTINational-Gothic" charset="0"/>
              <a:cs typeface="OPTINational-Gothic" charset="0"/>
            </a:endParaRPr>
          </a:p>
          <a:p>
            <a:pPr algn="r" fontAlgn="auto"/>
            <a:r>
              <a:rPr lang="en-US" altLang="en-US" sz="2000">
                <a:ln w="6350" cmpd="sng">
                  <a:noFill/>
                  <a:prstDash val="solid"/>
                </a:ln>
                <a:solidFill>
                  <a:srgbClr val="47FF52"/>
                </a:solidFill>
                <a:latin typeface="OPTINational-Gothic" charset="0"/>
                <a:cs typeface="OPTINational-Gothic" charset="0"/>
              </a:rPr>
              <a:t>la stessa velocità c, sia che venga emesso da una sorgente fissa o da una</a:t>
            </a:r>
            <a:endParaRPr lang="en-US" altLang="en-US" sz="2000">
              <a:ln w="6350" cmpd="sng">
                <a:noFill/>
                <a:prstDash val="solid"/>
              </a:ln>
              <a:solidFill>
                <a:srgbClr val="47FF52"/>
              </a:solidFill>
              <a:latin typeface="OPTINational-Gothic" charset="0"/>
              <a:cs typeface="OPTINational-Gothic" charset="0"/>
            </a:endParaRPr>
          </a:p>
          <a:p>
            <a:pPr algn="r" fontAlgn="auto"/>
            <a:r>
              <a:rPr lang="en-US" altLang="en-US" sz="2000">
                <a:ln w="6350" cmpd="sng">
                  <a:noFill/>
                  <a:prstDash val="solid"/>
                </a:ln>
                <a:solidFill>
                  <a:srgbClr val="47FF52"/>
                </a:solidFill>
                <a:latin typeface="OPTINational-Gothic" charset="0"/>
                <a:cs typeface="OPTINational-Gothic" charset="0"/>
              </a:rPr>
              <a:t>sorgente in movimento.”</a:t>
            </a:r>
            <a:endParaRPr lang="en-US" altLang="en-US" sz="2000">
              <a:ln w="6350" cmpd="sng">
                <a:noFill/>
                <a:prstDash val="solid"/>
              </a:ln>
              <a:solidFill>
                <a:srgbClr val="47FF52"/>
              </a:solidFill>
              <a:latin typeface="OPTINational-Gothic" charset="0"/>
              <a:cs typeface="OPTINational-Gothic" charset="0"/>
            </a:endParaRPr>
          </a:p>
        </p:txBody>
      </p:sp>
      <p:sp>
        <p:nvSpPr>
          <p:cNvPr id="6" name="Text Box 5"/>
          <p:cNvSpPr txBox="true"/>
          <p:nvPr/>
        </p:nvSpPr>
        <p:spPr>
          <a:xfrm>
            <a:off x="9593580" y="2459990"/>
            <a:ext cx="2329815" cy="337185"/>
          </a:xfrm>
          <a:prstGeom prst="rect">
            <a:avLst/>
          </a:prstGeom>
          <a:noFill/>
        </p:spPr>
        <p:txBody>
          <a:bodyPr wrap="square" rtlCol="0">
            <a:spAutoFit/>
          </a:bodyPr>
          <a:lstStyle/>
          <a:p>
            <a:pPr algn="r" fontAlgn="auto"/>
            <a:r>
              <a:rPr lang="en-US" altLang="en-US" sz="1600">
                <a:ln w="6350" cmpd="sng">
                  <a:noFill/>
                  <a:prstDash val="solid"/>
                </a:ln>
                <a:solidFill>
                  <a:srgbClr val="47FF52"/>
                </a:solidFill>
                <a:latin typeface="OPTINational-Gothic" charset="0"/>
                <a:cs typeface="OPTINational-Gothic" charset="0"/>
              </a:rPr>
              <a:t>Primo postulato di Einstein</a:t>
            </a:r>
            <a:endParaRPr lang="en-US" altLang="en-US" sz="1600">
              <a:ln w="6350" cmpd="sng">
                <a:noFill/>
                <a:prstDash val="solid"/>
              </a:ln>
              <a:solidFill>
                <a:srgbClr val="47FF52"/>
              </a:solidFill>
              <a:latin typeface="OPTINational-Gothic" charset="0"/>
              <a:cs typeface="OPTINational-Gothic" charset="0"/>
            </a:endParaRPr>
          </a:p>
        </p:txBody>
      </p:sp>
      <p:sp>
        <p:nvSpPr>
          <p:cNvPr id="9" name="Text Box 8"/>
          <p:cNvSpPr txBox="true"/>
          <p:nvPr/>
        </p:nvSpPr>
        <p:spPr>
          <a:xfrm>
            <a:off x="9349740" y="4523740"/>
            <a:ext cx="2573655" cy="337185"/>
          </a:xfrm>
          <a:prstGeom prst="rect">
            <a:avLst/>
          </a:prstGeom>
          <a:noFill/>
        </p:spPr>
        <p:txBody>
          <a:bodyPr wrap="square" rtlCol="0">
            <a:spAutoFit/>
          </a:bodyPr>
          <a:lstStyle/>
          <a:p>
            <a:pPr algn="r" fontAlgn="auto"/>
            <a:r>
              <a:rPr lang="en-US" altLang="en-US" sz="1600">
                <a:ln w="6350" cmpd="sng">
                  <a:noFill/>
                  <a:prstDash val="solid"/>
                </a:ln>
                <a:solidFill>
                  <a:srgbClr val="47FF52"/>
                </a:solidFill>
                <a:latin typeface="OPTINational-Gothic" charset="0"/>
                <a:cs typeface="OPTINational-Gothic" charset="0"/>
              </a:rPr>
              <a:t>Secondo postulato di Einstein</a:t>
            </a:r>
            <a:endParaRPr lang="en-US" altLang="en-US" sz="1600">
              <a:ln w="6350" cmpd="sng">
                <a:noFill/>
                <a:prstDash val="solid"/>
              </a:ln>
              <a:solidFill>
                <a:srgbClr val="47FF52"/>
              </a:solidFill>
              <a:latin typeface="OPTINational-Gothic" charset="0"/>
              <a:cs typeface="OPTINational-Gothic" charset="0"/>
            </a:endParaRPr>
          </a:p>
        </p:txBody>
      </p:sp>
      <p:pic>
        <p:nvPicPr>
          <p:cNvPr id="10" name="Picture 9" descr="trasformazioni"/>
          <p:cNvPicPr>
            <a:picLocks noChangeAspect="true"/>
          </p:cNvPicPr>
          <p:nvPr/>
        </p:nvPicPr>
        <p:blipFill>
          <a:blip r:embed="rId2"/>
          <a:stretch>
            <a:fillRect/>
          </a:stretch>
        </p:blipFill>
        <p:spPr>
          <a:xfrm>
            <a:off x="79375" y="1445260"/>
            <a:ext cx="4615180" cy="4342765"/>
          </a:xfrm>
          <a:prstGeom prst="rect">
            <a:avLst/>
          </a:prstGeom>
        </p:spPr>
      </p:pic>
      <p:sp>
        <p:nvSpPr>
          <p:cNvPr id="11" name="Text Box 10"/>
          <p:cNvSpPr txBox="true"/>
          <p:nvPr/>
        </p:nvSpPr>
        <p:spPr>
          <a:xfrm>
            <a:off x="835660" y="1033145"/>
            <a:ext cx="2280285" cy="337185"/>
          </a:xfrm>
          <a:prstGeom prst="rect">
            <a:avLst/>
          </a:prstGeom>
          <a:noFill/>
        </p:spPr>
        <p:txBody>
          <a:bodyPr wrap="square" rtlCol="0">
            <a:spAutoFit/>
          </a:bodyPr>
          <a:lstStyle/>
          <a:p>
            <a:pPr algn="l" fontAlgn="auto"/>
            <a:r>
              <a:rPr lang="en-US" altLang="en-US" sz="1600">
                <a:ln w="6350" cmpd="sng">
                  <a:noFill/>
                  <a:prstDash val="solid"/>
                </a:ln>
                <a:solidFill>
                  <a:srgbClr val="47FF52"/>
                </a:solidFill>
                <a:latin typeface="OPTINational-Gothic" charset="0"/>
                <a:cs typeface="OPTINational-Gothic" charset="0"/>
              </a:rPr>
              <a:t>- Trasformazioni di Lorentz</a:t>
            </a:r>
            <a:endParaRPr lang="en-US" altLang="en-US" sz="1600">
              <a:ln w="6350" cmpd="sng">
                <a:noFill/>
                <a:prstDash val="solid"/>
              </a:ln>
              <a:solidFill>
                <a:srgbClr val="47FF52"/>
              </a:solidFill>
              <a:latin typeface="OPTINational-Gothic" charset="0"/>
              <a:cs typeface="OPTINational-Gothic"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335280" y="140335"/>
            <a:ext cx="11521440"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DILATAZIONE DEI TEMPI E CONTRAZIONE DELLE LUNGHEZZE</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pic>
        <p:nvPicPr>
          <p:cNvPr id="3" name="Picture 2" descr="paradossogemelliformula"/>
          <p:cNvPicPr>
            <a:picLocks noChangeAspect="true"/>
          </p:cNvPicPr>
          <p:nvPr/>
        </p:nvPicPr>
        <p:blipFill>
          <a:blip r:embed="rId2"/>
          <a:stretch>
            <a:fillRect/>
          </a:stretch>
        </p:blipFill>
        <p:spPr>
          <a:xfrm>
            <a:off x="4441825" y="5288280"/>
            <a:ext cx="3308985" cy="782955"/>
          </a:xfrm>
          <a:prstGeom prst="rect">
            <a:avLst/>
          </a:prstGeom>
        </p:spPr>
      </p:pic>
      <p:pic>
        <p:nvPicPr>
          <p:cNvPr id="10" name="Picture 9" descr="contrazionelunghezze1"/>
          <p:cNvPicPr>
            <a:picLocks noChangeAspect="true"/>
          </p:cNvPicPr>
          <p:nvPr/>
        </p:nvPicPr>
        <p:blipFill>
          <a:blip r:embed="rId3"/>
          <a:stretch>
            <a:fillRect/>
          </a:stretch>
        </p:blipFill>
        <p:spPr>
          <a:xfrm>
            <a:off x="5829300" y="948055"/>
            <a:ext cx="5681980" cy="3720465"/>
          </a:xfrm>
          <a:prstGeom prst="rect">
            <a:avLst/>
          </a:prstGeom>
        </p:spPr>
      </p:pic>
      <p:cxnSp>
        <p:nvCxnSpPr>
          <p:cNvPr id="11" name="Straight Arrow Connector 10"/>
          <p:cNvCxnSpPr/>
          <p:nvPr/>
        </p:nvCxnSpPr>
        <p:spPr>
          <a:xfrm>
            <a:off x="3378835" y="5679440"/>
            <a:ext cx="995045" cy="0"/>
          </a:xfrm>
          <a:prstGeom prst="straightConnector1">
            <a:avLst/>
          </a:prstGeom>
          <a:ln>
            <a:tailEnd type="arrow" w="med" len="med"/>
          </a:ln>
        </p:spPr>
        <p:style>
          <a:lnRef idx="3">
            <a:schemeClr val="accent6"/>
          </a:lnRef>
          <a:fillRef idx="0">
            <a:schemeClr val="accent6"/>
          </a:fillRef>
          <a:effectRef idx="2">
            <a:schemeClr val="accent6"/>
          </a:effectRef>
          <a:fontRef idx="minor">
            <a:schemeClr val="tx1"/>
          </a:fontRef>
        </p:style>
      </p:cxnSp>
      <p:pic>
        <p:nvPicPr>
          <p:cNvPr id="12" name="Picture 11" descr="contrazionelunghezzeformula"/>
          <p:cNvPicPr>
            <a:picLocks noChangeAspect="true"/>
          </p:cNvPicPr>
          <p:nvPr/>
        </p:nvPicPr>
        <p:blipFill>
          <a:blip r:embed="rId4"/>
          <a:stretch>
            <a:fillRect/>
          </a:stretch>
        </p:blipFill>
        <p:spPr>
          <a:xfrm>
            <a:off x="7919085" y="5383530"/>
            <a:ext cx="4161155" cy="591820"/>
          </a:xfrm>
          <a:prstGeom prst="rect">
            <a:avLst/>
          </a:prstGeom>
        </p:spPr>
      </p:pic>
      <p:cxnSp>
        <p:nvCxnSpPr>
          <p:cNvPr id="13" name="Straight Arrow Connector 12"/>
          <p:cNvCxnSpPr/>
          <p:nvPr/>
        </p:nvCxnSpPr>
        <p:spPr>
          <a:xfrm>
            <a:off x="9996170" y="4668520"/>
            <a:ext cx="2540" cy="563880"/>
          </a:xfrm>
          <a:prstGeom prst="straightConnector1">
            <a:avLst/>
          </a:prstGeom>
          <a:ln>
            <a:tailEnd type="arrow" w="med" len="med"/>
          </a:ln>
        </p:spPr>
        <p:style>
          <a:lnRef idx="3">
            <a:schemeClr val="accent6"/>
          </a:lnRef>
          <a:fillRef idx="0">
            <a:schemeClr val="accent6"/>
          </a:fillRef>
          <a:effectRef idx="2">
            <a:schemeClr val="accent6"/>
          </a:effectRef>
          <a:fontRef idx="minor">
            <a:schemeClr val="tx1"/>
          </a:fontRef>
        </p:style>
      </p:cxnSp>
      <p:pic>
        <p:nvPicPr>
          <p:cNvPr id="4" name="Picture 3" descr="paradossogemelli"/>
          <p:cNvPicPr>
            <a:picLocks noChangeAspect="true"/>
          </p:cNvPicPr>
          <p:nvPr/>
        </p:nvPicPr>
        <p:blipFill>
          <a:blip r:embed="rId5"/>
          <a:stretch>
            <a:fillRect/>
          </a:stretch>
        </p:blipFill>
        <p:spPr>
          <a:xfrm>
            <a:off x="15240" y="87630"/>
            <a:ext cx="4159250" cy="58877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2665730" y="149860"/>
            <a:ext cx="6861175"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GALILEO E LORENTZ A CONFRONTO</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sp>
        <p:nvSpPr>
          <p:cNvPr id="8" name="Text Box 7"/>
          <p:cNvSpPr txBox="true"/>
          <p:nvPr/>
        </p:nvSpPr>
        <p:spPr>
          <a:xfrm>
            <a:off x="440690" y="922655"/>
            <a:ext cx="11309985" cy="1014730"/>
          </a:xfrm>
          <a:prstGeom prst="rect">
            <a:avLst/>
          </a:prstGeom>
          <a:noFill/>
        </p:spPr>
        <p:txBody>
          <a:bodyPr wrap="square" rtlCol="0">
            <a:spAutoFit/>
          </a:bodyPr>
          <a:lstStyle/>
          <a:p>
            <a:pPr fontAlgn="auto"/>
            <a:r>
              <a:rPr lang="en-US" altLang="en-US" sz="2000">
                <a:ln w="6350" cmpd="sng">
                  <a:noFill/>
                  <a:prstDash val="solid"/>
                </a:ln>
                <a:solidFill>
                  <a:srgbClr val="47FF52"/>
                </a:solidFill>
                <a:latin typeface="OPTINational-Gothic" charset="0"/>
                <a:cs typeface="OPTINational-Gothic" charset="0"/>
              </a:rPr>
              <a:t>PROBLEMA: Due elettroni viaggiano nella stessa direzione ed in versi opposti entrambi con velocità 0,70c. Si calcoli la velocità di un elettrone rispetto all’altro applicando la legge di composizione classica delle velocità. Si spieghi perché il risultato non è accettabile e si risolva correttamente.</a:t>
            </a:r>
            <a:endParaRPr lang="en-US" altLang="en-US" sz="2000">
              <a:ln w="6350" cmpd="sng">
                <a:noFill/>
                <a:prstDash val="solid"/>
              </a:ln>
              <a:solidFill>
                <a:srgbClr val="47FF52"/>
              </a:solidFill>
              <a:latin typeface="OPTINational-Gothic" charset="0"/>
              <a:cs typeface="OPTINational-Gothic" charset="0"/>
            </a:endParaRPr>
          </a:p>
        </p:txBody>
      </p:sp>
      <p:pic>
        <p:nvPicPr>
          <p:cNvPr id="2" name="Picture 1" descr="bitmap"/>
          <p:cNvPicPr>
            <a:picLocks noChangeAspect="true"/>
          </p:cNvPicPr>
          <p:nvPr/>
        </p:nvPicPr>
        <p:blipFill>
          <a:blip r:embed="rId2"/>
          <a:stretch>
            <a:fillRect/>
          </a:stretch>
        </p:blipFill>
        <p:spPr>
          <a:xfrm>
            <a:off x="3227705" y="2190115"/>
            <a:ext cx="5211445" cy="3684905"/>
          </a:xfrm>
          <a:prstGeom prst="rect">
            <a:avLst/>
          </a:prstGeom>
        </p:spPr>
      </p:pic>
      <p:pic>
        <p:nvPicPr>
          <p:cNvPr id="3" name="Picture 2"/>
          <p:cNvPicPr>
            <a:picLocks noChangeAspect="true"/>
          </p:cNvPicPr>
          <p:nvPr/>
        </p:nvPicPr>
        <p:blipFill>
          <a:blip r:embed="rId3"/>
          <a:stretch>
            <a:fillRect/>
          </a:stretch>
        </p:blipFill>
        <p:spPr>
          <a:xfrm>
            <a:off x="440690" y="2691130"/>
            <a:ext cx="4107180" cy="995680"/>
          </a:xfrm>
          <a:prstGeom prst="rect">
            <a:avLst/>
          </a:prstGeom>
        </p:spPr>
      </p:pic>
      <p:sp>
        <p:nvSpPr>
          <p:cNvPr id="11" name="Text Box 10"/>
          <p:cNvSpPr txBox="true"/>
          <p:nvPr/>
        </p:nvSpPr>
        <p:spPr>
          <a:xfrm>
            <a:off x="440690" y="2190115"/>
            <a:ext cx="2280285" cy="337185"/>
          </a:xfrm>
          <a:prstGeom prst="rect">
            <a:avLst/>
          </a:prstGeom>
          <a:noFill/>
        </p:spPr>
        <p:txBody>
          <a:bodyPr wrap="square" rtlCol="0">
            <a:spAutoFit/>
          </a:bodyPr>
          <a:lstStyle/>
          <a:p>
            <a:pPr algn="l" fontAlgn="auto"/>
            <a:r>
              <a:rPr lang="en-US" altLang="en-US" sz="1600">
                <a:ln w="6350" cmpd="sng">
                  <a:noFill/>
                  <a:prstDash val="solid"/>
                </a:ln>
                <a:solidFill>
                  <a:srgbClr val="47FF52"/>
                </a:solidFill>
                <a:latin typeface="OPTINational-Gothic" charset="0"/>
                <a:cs typeface="OPTINational-Gothic" charset="0"/>
              </a:rPr>
              <a:t>Secondo Galileo; </a:t>
            </a:r>
            <a:endParaRPr lang="en-US" altLang="en-US" sz="1600">
              <a:ln w="6350" cmpd="sng">
                <a:noFill/>
                <a:prstDash val="solid"/>
              </a:ln>
              <a:solidFill>
                <a:srgbClr val="47FF52"/>
              </a:solidFill>
              <a:latin typeface="OPTINational-Gothic" charset="0"/>
              <a:cs typeface="OPTINational-Gothic" charset="0"/>
            </a:endParaRPr>
          </a:p>
        </p:txBody>
      </p:sp>
      <p:pic>
        <p:nvPicPr>
          <p:cNvPr id="4" name="Picture 3"/>
          <p:cNvPicPr>
            <a:picLocks noChangeAspect="true"/>
          </p:cNvPicPr>
          <p:nvPr/>
        </p:nvPicPr>
        <p:blipFill>
          <a:blip r:embed="rId4"/>
          <a:stretch>
            <a:fillRect/>
          </a:stretch>
        </p:blipFill>
        <p:spPr>
          <a:xfrm>
            <a:off x="440690" y="4028440"/>
            <a:ext cx="3237865" cy="598805"/>
          </a:xfrm>
          <a:prstGeom prst="rect">
            <a:avLst/>
          </a:prstGeom>
        </p:spPr>
      </p:pic>
      <p:sp>
        <p:nvSpPr>
          <p:cNvPr id="6" name="Text Box 5"/>
          <p:cNvSpPr txBox="true"/>
          <p:nvPr/>
        </p:nvSpPr>
        <p:spPr>
          <a:xfrm>
            <a:off x="8439150" y="2353945"/>
            <a:ext cx="2280285" cy="337185"/>
          </a:xfrm>
          <a:prstGeom prst="rect">
            <a:avLst/>
          </a:prstGeom>
          <a:noFill/>
        </p:spPr>
        <p:txBody>
          <a:bodyPr wrap="square" rtlCol="0">
            <a:spAutoFit/>
          </a:bodyPr>
          <a:lstStyle/>
          <a:p>
            <a:pPr algn="l" fontAlgn="auto"/>
            <a:r>
              <a:rPr lang="en-US" altLang="en-US" sz="1600">
                <a:ln w="6350" cmpd="sng">
                  <a:noFill/>
                  <a:prstDash val="solid"/>
                </a:ln>
                <a:solidFill>
                  <a:srgbClr val="47FF52"/>
                </a:solidFill>
                <a:latin typeface="OPTINational-Gothic" charset="0"/>
                <a:cs typeface="OPTINational-Gothic" charset="0"/>
              </a:rPr>
              <a:t>Secondo Lorentz; </a:t>
            </a:r>
            <a:endParaRPr lang="en-US" altLang="en-US" sz="1600">
              <a:ln w="6350" cmpd="sng">
                <a:noFill/>
                <a:prstDash val="solid"/>
              </a:ln>
              <a:solidFill>
                <a:srgbClr val="47FF52"/>
              </a:solidFill>
              <a:latin typeface="OPTINational-Gothic" charset="0"/>
              <a:cs typeface="OPTINational-Gothic" charset="0"/>
            </a:endParaRPr>
          </a:p>
        </p:txBody>
      </p:sp>
      <p:pic>
        <p:nvPicPr>
          <p:cNvPr id="10" name="Picture 9"/>
          <p:cNvPicPr>
            <a:picLocks noChangeAspect="true"/>
          </p:cNvPicPr>
          <p:nvPr/>
        </p:nvPicPr>
        <p:blipFill>
          <a:blip r:embed="rId5"/>
          <a:stretch>
            <a:fillRect/>
          </a:stretch>
        </p:blipFill>
        <p:spPr>
          <a:xfrm>
            <a:off x="8439150" y="2783205"/>
            <a:ext cx="3571240" cy="1245235"/>
          </a:xfrm>
          <a:prstGeom prst="rect">
            <a:avLst/>
          </a:prstGeom>
        </p:spPr>
      </p:pic>
      <p:pic>
        <p:nvPicPr>
          <p:cNvPr id="12" name="Picture 11"/>
          <p:cNvPicPr>
            <a:picLocks noChangeAspect="true"/>
          </p:cNvPicPr>
          <p:nvPr/>
        </p:nvPicPr>
        <p:blipFill>
          <a:blip r:embed="rId6"/>
          <a:stretch>
            <a:fillRect/>
          </a:stretch>
        </p:blipFill>
        <p:spPr>
          <a:xfrm>
            <a:off x="8439150" y="4191000"/>
            <a:ext cx="1745615" cy="876300"/>
          </a:xfrm>
          <a:prstGeom prst="rect">
            <a:avLst/>
          </a:prstGeom>
        </p:spPr>
      </p:pic>
      <p:pic>
        <p:nvPicPr>
          <p:cNvPr id="13" name="Picture 12"/>
          <p:cNvPicPr>
            <a:picLocks noChangeAspect="true"/>
          </p:cNvPicPr>
          <p:nvPr/>
        </p:nvPicPr>
        <p:blipFill>
          <a:blip r:embed="rId7"/>
          <a:stretch>
            <a:fillRect/>
          </a:stretch>
        </p:blipFill>
        <p:spPr>
          <a:xfrm>
            <a:off x="8439150" y="5351780"/>
            <a:ext cx="2432685" cy="7759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2122170" y="198120"/>
            <a:ext cx="7948295"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DUPLICE NATURA DI ONDE E PARTICELLE</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sp>
        <p:nvSpPr>
          <p:cNvPr id="11" name="Text Box 10"/>
          <p:cNvSpPr txBox="true"/>
          <p:nvPr/>
        </p:nvSpPr>
        <p:spPr>
          <a:xfrm>
            <a:off x="392430" y="1167765"/>
            <a:ext cx="11407775" cy="4523105"/>
          </a:xfrm>
          <a:prstGeom prst="rect">
            <a:avLst/>
          </a:prstGeom>
          <a:noFill/>
        </p:spPr>
        <p:txBody>
          <a:bodyPr wrap="square" rtlCol="0">
            <a:spAutoFit/>
          </a:bodyPr>
          <a:lstStyle/>
          <a:p>
            <a:pPr indent="0" algn="l" fontAlgn="auto">
              <a:buFont typeface="Arial" panose="02080604020202020204" pitchFamily="34" charset="0"/>
              <a:buNone/>
            </a:pPr>
            <a:r>
              <a:rPr lang="en-US" sz="3200">
                <a:ln w="6350" cmpd="sng">
                  <a:noFill/>
                  <a:prstDash val="solid"/>
                </a:ln>
                <a:solidFill>
                  <a:srgbClr val="47FF52"/>
                </a:solidFill>
                <a:latin typeface="OPTINational-Gothic" charset="0"/>
                <a:cs typeface="OPTINational-Gothic" charset="0"/>
              </a:rPr>
              <a:t>    Luce:</a:t>
            </a:r>
            <a:endParaRPr altLang="en-US" sz="3200">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altLang="en-US" sz="3200">
                <a:ln w="6350" cmpd="sng">
                  <a:noFill/>
                  <a:prstDash val="solid"/>
                </a:ln>
                <a:solidFill>
                  <a:srgbClr val="47FF52"/>
                </a:solidFill>
                <a:latin typeface="OPTINational-Gothic" charset="0"/>
                <a:cs typeface="OPTINational-Gothic" charset="0"/>
              </a:rPr>
              <a:t>L’effetto fotoelettrico che evidenzia la natura particellare dell</a:t>
            </a:r>
            <a:r>
              <a:rPr lang="en-US" sz="3200">
                <a:ln w="6350" cmpd="sng">
                  <a:noFill/>
                  <a:prstDash val="solid"/>
                </a:ln>
                <a:solidFill>
                  <a:srgbClr val="47FF52"/>
                </a:solidFill>
                <a:latin typeface="OPTINational-Gothic" charset="0"/>
                <a:cs typeface="OPTINational-Gothic" charset="0"/>
              </a:rPr>
              <a:t>a</a:t>
            </a:r>
            <a:r>
              <a:rPr altLang="en-US" sz="3200">
                <a:ln w="6350" cmpd="sng">
                  <a:noFill/>
                  <a:prstDash val="solid"/>
                </a:ln>
                <a:solidFill>
                  <a:srgbClr val="47FF52"/>
                </a:solidFill>
                <a:latin typeface="OPTINational-Gothic" charset="0"/>
                <a:cs typeface="OPTINational-Gothic" charset="0"/>
              </a:rPr>
              <a:t> luce (fotoni).</a:t>
            </a:r>
            <a:endParaRPr altLang="en-US" sz="3200">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altLang="en-US" sz="3200">
                <a:ln w="6350" cmpd="sng">
                  <a:noFill/>
                  <a:prstDash val="solid"/>
                </a:ln>
                <a:solidFill>
                  <a:srgbClr val="47FF52"/>
                </a:solidFill>
                <a:latin typeface="OPTINational-Gothic" charset="0"/>
                <a:cs typeface="OPTINational-Gothic" charset="0"/>
              </a:rPr>
              <a:t>Le interferenze ne evidenziano quella ondulatoria.</a:t>
            </a:r>
            <a:endParaRPr altLang="en-US" sz="3200">
              <a:ln w="6350" cmpd="sng">
                <a:noFill/>
                <a:prstDash val="solid"/>
              </a:ln>
              <a:solidFill>
                <a:srgbClr val="47FF52"/>
              </a:solidFill>
              <a:latin typeface="OPTINational-Gothic" charset="0"/>
              <a:cs typeface="OPTINational-Gothic" charset="0"/>
            </a:endParaRPr>
          </a:p>
          <a:p>
            <a:pPr indent="0" algn="l" fontAlgn="auto">
              <a:buFont typeface="Arial" panose="02080604020202020204" pitchFamily="34" charset="0"/>
              <a:buNone/>
            </a:pPr>
            <a:endParaRPr altLang="en-US" sz="3200">
              <a:ln w="6350" cmpd="sng">
                <a:noFill/>
                <a:prstDash val="solid"/>
              </a:ln>
              <a:solidFill>
                <a:srgbClr val="47FF52"/>
              </a:solidFill>
              <a:latin typeface="OPTINational-Gothic" charset="0"/>
              <a:cs typeface="OPTINational-Gothic" charset="0"/>
            </a:endParaRPr>
          </a:p>
          <a:p>
            <a:pPr indent="0" algn="l" fontAlgn="auto">
              <a:buFont typeface="Arial" panose="02080604020202020204" pitchFamily="34" charset="0"/>
              <a:buNone/>
            </a:pPr>
            <a:r>
              <a:rPr lang="en-US" altLang="en-US" sz="3200">
                <a:ln w="6350" cmpd="sng">
                  <a:noFill/>
                  <a:prstDash val="solid"/>
                </a:ln>
                <a:solidFill>
                  <a:srgbClr val="47FF52"/>
                </a:solidFill>
                <a:latin typeface="OPTINational-Gothic" charset="0"/>
                <a:cs typeface="OPTINational-Gothic" charset="0"/>
              </a:rPr>
              <a:t>        Elettroni:</a:t>
            </a:r>
            <a:endParaRPr lang="en-US" altLang="en-US" sz="3200">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lang="en-US" altLang="en-US" sz="3200">
                <a:ln w="6350" cmpd="sng">
                  <a:noFill/>
                  <a:prstDash val="solid"/>
                </a:ln>
                <a:solidFill>
                  <a:srgbClr val="47FF52"/>
                </a:solidFill>
                <a:latin typeface="OPTINational-Gothic" charset="0"/>
                <a:cs typeface="OPTINational-Gothic" charset="0"/>
              </a:rPr>
              <a:t>La quantizzazione della massa e della carica di un elettrone come prova della sua sua natura particellare.</a:t>
            </a:r>
            <a:endParaRPr lang="en-US" altLang="en-US" sz="3200">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lang="en-US" altLang="en-US" sz="3200" u="sng">
                <a:ln w="6350" cmpd="sng">
                  <a:noFill/>
                  <a:prstDash val="solid"/>
                </a:ln>
                <a:solidFill>
                  <a:srgbClr val="47FF52"/>
                </a:solidFill>
                <a:latin typeface="OPTINational-Gothic" charset="0"/>
                <a:cs typeface="OPTINational-Gothic" charset="0"/>
              </a:rPr>
              <a:t>Le interferenze che dimostrano la sua natura ondulatoria.</a:t>
            </a:r>
            <a:endParaRPr lang="en-US" altLang="en-US" sz="3200" u="sng">
              <a:ln w="6350" cmpd="sng">
                <a:noFill/>
                <a:prstDash val="solid"/>
              </a:ln>
              <a:solidFill>
                <a:srgbClr val="47FF52"/>
              </a:solidFill>
              <a:latin typeface="OPTINational-Gothic" charset="0"/>
              <a:cs typeface="OPTINational-Gothic"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1102995" y="149860"/>
            <a:ext cx="9986010"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PARITCELLE E ONDE ATTRAVERSO DELLE FENDITURE</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pic>
        <p:nvPicPr>
          <p:cNvPr id="2" name="Picture 1" descr="cannone-particelle"/>
          <p:cNvPicPr>
            <a:picLocks noChangeAspect="true"/>
          </p:cNvPicPr>
          <p:nvPr/>
        </p:nvPicPr>
        <p:blipFill>
          <a:blip r:embed="rId2"/>
          <a:stretch>
            <a:fillRect/>
          </a:stretch>
        </p:blipFill>
        <p:spPr>
          <a:xfrm>
            <a:off x="16510" y="558165"/>
            <a:ext cx="4200525" cy="2969895"/>
          </a:xfrm>
          <a:prstGeom prst="rect">
            <a:avLst/>
          </a:prstGeom>
        </p:spPr>
      </p:pic>
      <p:pic>
        <p:nvPicPr>
          <p:cNvPr id="3" name="Picture 2" descr="sorgente.onde"/>
          <p:cNvPicPr>
            <a:picLocks noChangeAspect="true"/>
          </p:cNvPicPr>
          <p:nvPr/>
        </p:nvPicPr>
        <p:blipFill>
          <a:blip r:embed="rId3"/>
          <a:stretch>
            <a:fillRect/>
          </a:stretch>
        </p:blipFill>
        <p:spPr>
          <a:xfrm>
            <a:off x="5991860" y="567690"/>
            <a:ext cx="4172585" cy="2950845"/>
          </a:xfrm>
          <a:prstGeom prst="rect">
            <a:avLst/>
          </a:prstGeom>
        </p:spPr>
      </p:pic>
      <p:pic>
        <p:nvPicPr>
          <p:cNvPr id="4" name="Picture 3" descr="emettitore-elettroni"/>
          <p:cNvPicPr>
            <a:picLocks noChangeAspect="true"/>
          </p:cNvPicPr>
          <p:nvPr/>
        </p:nvPicPr>
        <p:blipFill>
          <a:blip r:embed="rId4"/>
          <a:stretch>
            <a:fillRect/>
          </a:stretch>
        </p:blipFill>
        <p:spPr>
          <a:xfrm>
            <a:off x="39370" y="3135630"/>
            <a:ext cx="4177665" cy="2954020"/>
          </a:xfrm>
          <a:prstGeom prst="rect">
            <a:avLst/>
          </a:prstGeom>
        </p:spPr>
      </p:pic>
      <p:pic>
        <p:nvPicPr>
          <p:cNvPr id="6" name="Picture 5" descr="emettitore-elettroni-illuminato"/>
          <p:cNvPicPr>
            <a:picLocks noChangeAspect="true"/>
          </p:cNvPicPr>
          <p:nvPr/>
        </p:nvPicPr>
        <p:blipFill>
          <a:blip r:embed="rId5"/>
          <a:stretch>
            <a:fillRect/>
          </a:stretch>
        </p:blipFill>
        <p:spPr>
          <a:xfrm>
            <a:off x="5913120" y="3121660"/>
            <a:ext cx="4251325" cy="3006090"/>
          </a:xfrm>
          <a:prstGeom prst="rect">
            <a:avLst/>
          </a:prstGeom>
        </p:spPr>
      </p:pic>
      <p:sp>
        <p:nvSpPr>
          <p:cNvPr id="11" name="Text Box 10"/>
          <p:cNvSpPr txBox="true"/>
          <p:nvPr/>
        </p:nvSpPr>
        <p:spPr>
          <a:xfrm>
            <a:off x="3669665" y="1378585"/>
            <a:ext cx="2637790" cy="1814830"/>
          </a:xfrm>
          <a:prstGeom prst="rect">
            <a:avLst/>
          </a:prstGeom>
          <a:noFill/>
        </p:spPr>
        <p:txBody>
          <a:bodyPr wrap="square" rtlCol="0">
            <a:spAutoFit/>
          </a:bodyPr>
          <a:lstStyle/>
          <a:p>
            <a:pPr algn="l" fontAlgn="auto"/>
            <a:r>
              <a:rPr lang="en-US" altLang="en-US" sz="1600">
                <a:ln w="6350" cmpd="sng">
                  <a:noFill/>
                  <a:prstDash val="solid"/>
                </a:ln>
                <a:solidFill>
                  <a:srgbClr val="47FF52"/>
                </a:solidFill>
                <a:latin typeface="OPTINational-Gothic" charset="0"/>
                <a:cs typeface="OPTINational-Gothic" charset="0"/>
              </a:rPr>
              <a:t>1) Si notano due effetti caratteristici delle particelle: </a:t>
            </a:r>
            <a:endParaRPr lang="en-US" altLang="en-US" sz="1600">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I colpi arrivano sul segnalatore ⇒ quantizzazione.</a:t>
            </a:r>
            <a:endParaRPr lang="en-US" altLang="en-US" sz="1600">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P 12 = P 1 + P 2 &gt; P 1 , P 2 ⇒ additività.</a:t>
            </a:r>
            <a:endParaRPr lang="en-US" altLang="en-US" sz="1600">
              <a:ln w="6350" cmpd="sng">
                <a:noFill/>
                <a:prstDash val="solid"/>
              </a:ln>
              <a:solidFill>
                <a:srgbClr val="47FF52"/>
              </a:solidFill>
              <a:latin typeface="OPTINational-Gothic" charset="0"/>
              <a:cs typeface="OPTINational-Gothic" charset="0"/>
            </a:endParaRPr>
          </a:p>
        </p:txBody>
      </p:sp>
      <p:sp>
        <p:nvSpPr>
          <p:cNvPr id="8" name="Text Box 7"/>
          <p:cNvSpPr txBox="true"/>
          <p:nvPr/>
        </p:nvSpPr>
        <p:spPr>
          <a:xfrm>
            <a:off x="3669665" y="3997325"/>
            <a:ext cx="2426970" cy="1568450"/>
          </a:xfrm>
          <a:prstGeom prst="rect">
            <a:avLst/>
          </a:prstGeom>
          <a:noFill/>
        </p:spPr>
        <p:txBody>
          <a:bodyPr wrap="square" rtlCol="0">
            <a:spAutoFit/>
          </a:bodyPr>
          <a:lstStyle/>
          <a:p>
            <a:pPr algn="l" fontAlgn="auto"/>
            <a:r>
              <a:rPr lang="en-US" altLang="en-US" sz="1600">
                <a:ln w="6350" cmpd="sng">
                  <a:noFill/>
                  <a:prstDash val="solid"/>
                </a:ln>
                <a:solidFill>
                  <a:srgbClr val="47FF52"/>
                </a:solidFill>
                <a:latin typeface="OPTINational-Gothic" charset="0"/>
                <a:cs typeface="OPTINational-Gothic" charset="0"/>
              </a:rPr>
              <a:t>3)Scopriamo che, sorprendentemente, gli elettroni, senza luce: </a:t>
            </a:r>
            <a:endParaRPr lang="en-US" altLang="en-US" sz="1600">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vengono rilevati  </a:t>
            </a:r>
            <a:r>
              <a:rPr lang="en-US" altLang="en-US" sz="1600">
                <a:ln w="6350" cmpd="sng">
                  <a:noFill/>
                  <a:prstDash val="solid"/>
                </a:ln>
                <a:solidFill>
                  <a:srgbClr val="47FF52"/>
                </a:solidFill>
                <a:latin typeface="OPTINational-Gothic" charset="0"/>
                <a:cs typeface="OPTINational-Gothic" charset="0"/>
                <a:sym typeface="+mn-ea"/>
              </a:rPr>
              <a:t>⇒ quantizzazione. </a:t>
            </a:r>
            <a:endParaRPr lang="en-US" altLang="en-US" sz="1600">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interferiscono.</a:t>
            </a:r>
            <a:endParaRPr lang="en-US" altLang="en-US" sz="1600">
              <a:ln w="6350" cmpd="sng">
                <a:noFill/>
                <a:prstDash val="solid"/>
              </a:ln>
              <a:solidFill>
                <a:srgbClr val="47FF52"/>
              </a:solidFill>
              <a:latin typeface="OPTINational-Gothic" charset="0"/>
              <a:cs typeface="OPTINational-Gothic" charset="0"/>
            </a:endParaRPr>
          </a:p>
        </p:txBody>
      </p:sp>
      <p:sp>
        <p:nvSpPr>
          <p:cNvPr id="9" name="Text Box 8"/>
          <p:cNvSpPr txBox="true"/>
          <p:nvPr/>
        </p:nvSpPr>
        <p:spPr>
          <a:xfrm>
            <a:off x="9563100" y="1378585"/>
            <a:ext cx="2637790" cy="1814830"/>
          </a:xfrm>
          <a:prstGeom prst="rect">
            <a:avLst/>
          </a:prstGeom>
          <a:noFill/>
        </p:spPr>
        <p:txBody>
          <a:bodyPr wrap="square" rtlCol="0">
            <a:spAutoFit/>
          </a:bodyPr>
          <a:lstStyle/>
          <a:p>
            <a:pPr algn="l" fontAlgn="auto"/>
            <a:r>
              <a:rPr lang="en-US" altLang="en-US" sz="1600">
                <a:ln w="6350" cmpd="sng">
                  <a:noFill/>
                  <a:prstDash val="solid"/>
                </a:ln>
                <a:solidFill>
                  <a:srgbClr val="47FF52"/>
                </a:solidFill>
                <a:latin typeface="OPTINational-Gothic" charset="0"/>
                <a:cs typeface="OPTINational-Gothic" charset="0"/>
              </a:rPr>
              <a:t>2) Si notano due effetti caratteristici delle onde: </a:t>
            </a:r>
            <a:endParaRPr lang="en-US" altLang="en-US" sz="1600">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I12 ≠ I1 + I2 ⇒ frange di interferenza.</a:t>
            </a:r>
            <a:endParaRPr lang="en-US" altLang="en-US" sz="1600">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Al centro, sapendo che I = A^2 ⇒ I12 = (2 A) ^2 = 4 A^2 </a:t>
            </a:r>
            <a:r>
              <a:rPr lang="en-US" altLang="en-US" sz="1600">
                <a:ln w="6350" cmpd="sng">
                  <a:noFill/>
                  <a:prstDash val="solid"/>
                </a:ln>
                <a:solidFill>
                  <a:srgbClr val="47FF52"/>
                </a:solidFill>
                <a:latin typeface="OPTINational-Gothic" charset="0"/>
                <a:cs typeface="OPTINational-Gothic" charset="0"/>
                <a:sym typeface="+mn-ea"/>
              </a:rPr>
              <a:t>≠ </a:t>
            </a:r>
            <a:r>
              <a:rPr lang="en-US" altLang="en-US" sz="1600">
                <a:ln w="6350" cmpd="sng">
                  <a:noFill/>
                  <a:prstDash val="solid"/>
                </a:ln>
                <a:solidFill>
                  <a:srgbClr val="47FF52"/>
                </a:solidFill>
                <a:latin typeface="OPTINational-Gothic" charset="0"/>
                <a:cs typeface="OPTINational-Gothic" charset="0"/>
              </a:rPr>
              <a:t>2 A^2</a:t>
            </a:r>
            <a:endParaRPr lang="en-US" altLang="en-US" sz="1600">
              <a:ln w="6350" cmpd="sng">
                <a:noFill/>
                <a:prstDash val="solid"/>
              </a:ln>
              <a:solidFill>
                <a:srgbClr val="47FF52"/>
              </a:solidFill>
              <a:latin typeface="OPTINational-Gothic" charset="0"/>
              <a:cs typeface="OPTINational-Gothic" charset="0"/>
            </a:endParaRPr>
          </a:p>
        </p:txBody>
      </p:sp>
      <p:sp>
        <p:nvSpPr>
          <p:cNvPr id="10" name="Text Box 9"/>
          <p:cNvSpPr txBox="true"/>
          <p:nvPr/>
        </p:nvSpPr>
        <p:spPr>
          <a:xfrm>
            <a:off x="9424670" y="3825875"/>
            <a:ext cx="3004185" cy="2553335"/>
          </a:xfrm>
          <a:prstGeom prst="rect">
            <a:avLst/>
          </a:prstGeom>
          <a:noFill/>
        </p:spPr>
        <p:txBody>
          <a:bodyPr wrap="square" rtlCol="0">
            <a:spAutoFit/>
          </a:bodyPr>
          <a:lstStyle/>
          <a:p>
            <a:pPr algn="l" fontAlgn="auto"/>
            <a:r>
              <a:rPr lang="en-US" altLang="en-US" sz="1600">
                <a:ln w="6350" cmpd="sng">
                  <a:noFill/>
                  <a:prstDash val="solid"/>
                </a:ln>
                <a:solidFill>
                  <a:srgbClr val="47FF52"/>
                </a:solidFill>
                <a:latin typeface="OPTINational-Gothic" charset="0"/>
                <a:cs typeface="OPTINational-Gothic" charset="0"/>
              </a:rPr>
              <a:t>4) Se illuminati invece: </a:t>
            </a:r>
            <a:endParaRPr lang="en-US" altLang="en-US" sz="1600">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vengono rilevati ⇒ quantizzazione.</a:t>
            </a:r>
            <a:endParaRPr lang="en-US" altLang="en-US" sz="1600">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lang="en-US" altLang="en-US" sz="1600">
                <a:ln w="6350" cmpd="sng">
                  <a:noFill/>
                  <a:prstDash val="solid"/>
                </a:ln>
                <a:solidFill>
                  <a:srgbClr val="47FF52"/>
                </a:solidFill>
                <a:latin typeface="OPTINational-Gothic" charset="0"/>
                <a:cs typeface="OPTINational-Gothic" charset="0"/>
              </a:rPr>
              <a:t>La luce è in grado di fornire una quantità di energia tale (fotoni) da “spostare” gli elettroni e confondere le frange di interferenza, facendogli assumere il comportamento di una particella.</a:t>
            </a:r>
            <a:endParaRPr lang="en-US" altLang="en-US" sz="1600">
              <a:ln w="6350" cmpd="sng">
                <a:noFill/>
                <a:prstDash val="solid"/>
              </a:ln>
              <a:solidFill>
                <a:srgbClr val="47FF52"/>
              </a:solidFill>
              <a:latin typeface="OPTINational-Gothic" charset="0"/>
              <a:cs typeface="OPTINational-Gothic"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3266440" y="140335"/>
            <a:ext cx="5659120"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LA MAGNUM OPUS DI DANTE</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pic>
        <p:nvPicPr>
          <p:cNvPr id="2" name="Picture 1" descr="paradiso_gironi"/>
          <p:cNvPicPr>
            <a:picLocks noChangeAspect="true"/>
          </p:cNvPicPr>
          <p:nvPr/>
        </p:nvPicPr>
        <p:blipFill>
          <a:blip r:embed="rId2"/>
          <a:stretch>
            <a:fillRect/>
          </a:stretch>
        </p:blipFill>
        <p:spPr>
          <a:xfrm>
            <a:off x="218440" y="208280"/>
            <a:ext cx="2976245" cy="3318510"/>
          </a:xfrm>
          <a:prstGeom prst="rect">
            <a:avLst/>
          </a:prstGeom>
        </p:spPr>
      </p:pic>
      <p:pic>
        <p:nvPicPr>
          <p:cNvPr id="3" name="Picture 2" descr="Magnum_Opus"/>
          <p:cNvPicPr>
            <a:picLocks noChangeAspect="true"/>
          </p:cNvPicPr>
          <p:nvPr/>
        </p:nvPicPr>
        <p:blipFill>
          <a:blip r:embed="rId3"/>
          <a:stretch>
            <a:fillRect/>
          </a:stretch>
        </p:blipFill>
        <p:spPr>
          <a:xfrm>
            <a:off x="218440" y="3846195"/>
            <a:ext cx="4317365" cy="2195830"/>
          </a:xfrm>
          <a:prstGeom prst="rect">
            <a:avLst/>
          </a:prstGeom>
        </p:spPr>
      </p:pic>
      <p:sp>
        <p:nvSpPr>
          <p:cNvPr id="8" name="Text Box 7"/>
          <p:cNvSpPr txBox="true"/>
          <p:nvPr/>
        </p:nvSpPr>
        <p:spPr>
          <a:xfrm>
            <a:off x="5136515" y="847090"/>
            <a:ext cx="6935470" cy="4030980"/>
          </a:xfrm>
          <a:prstGeom prst="rect">
            <a:avLst/>
          </a:prstGeom>
          <a:noFill/>
        </p:spPr>
        <p:txBody>
          <a:bodyPr wrap="square" rtlCol="0">
            <a:spAutoFit/>
          </a:bodyPr>
          <a:lstStyle/>
          <a:p>
            <a:pPr marL="400050" indent="-400050" fontAlgn="auto">
              <a:buFont typeface="+mj-lt"/>
              <a:buAutoNum type="romanUcPeriod"/>
            </a:pPr>
            <a:r>
              <a:rPr lang="en-US" altLang="en-US" sz="1600">
                <a:ln w="6350" cmpd="sng">
                  <a:noFill/>
                  <a:prstDash val="solid"/>
                </a:ln>
                <a:solidFill>
                  <a:srgbClr val="47FF52"/>
                </a:solidFill>
                <a:latin typeface="OPTINational-Gothic" charset="0"/>
                <a:cs typeface="OPTINational-Gothic" charset="0"/>
              </a:rPr>
              <a:t>Nigredo o annerimento, associato tradizionalmente alla terra e alla notte, “mi ritrovai in una selva oscura, Inferno, Canto I”, all’invecchiamento, “un vecchio, bianco per antico pelo, Inferno, Canto III” o anche al decadimento e alla scissione, “e ponavam le piante sovra lor vanità che par persona, Inferno, Canto VI”.</a:t>
            </a:r>
            <a:endParaRPr lang="en-US" altLang="en-US" sz="1600">
              <a:ln w="6350" cmpd="sng">
                <a:noFill/>
                <a:prstDash val="solid"/>
              </a:ln>
              <a:solidFill>
                <a:srgbClr val="47FF52"/>
              </a:solidFill>
              <a:latin typeface="OPTINational-Gothic" charset="0"/>
              <a:cs typeface="OPTINational-Gothic" charset="0"/>
            </a:endParaRPr>
          </a:p>
          <a:p>
            <a:pPr marL="400050" indent="-400050" fontAlgn="auto">
              <a:buFont typeface="+mj-lt"/>
              <a:buAutoNum type="romanUcPeriod"/>
            </a:pPr>
            <a:endParaRPr lang="en-US" altLang="en-US" sz="1600">
              <a:ln w="6350" cmpd="sng">
                <a:noFill/>
                <a:prstDash val="solid"/>
              </a:ln>
              <a:solidFill>
                <a:srgbClr val="47FF52"/>
              </a:solidFill>
              <a:latin typeface="OPTINational-Gothic" charset="0"/>
              <a:cs typeface="OPTINational-Gothic" charset="0"/>
            </a:endParaRPr>
          </a:p>
          <a:p>
            <a:pPr marL="400050" indent="-400050" fontAlgn="auto">
              <a:buFont typeface="+mj-lt"/>
              <a:buAutoNum type="romanUcPeriod"/>
            </a:pPr>
            <a:r>
              <a:rPr lang="en-US" altLang="en-US" sz="1600">
                <a:ln w="6350" cmpd="sng">
                  <a:noFill/>
                  <a:prstDash val="solid"/>
                </a:ln>
                <a:solidFill>
                  <a:srgbClr val="47FF52"/>
                </a:solidFill>
                <a:latin typeface="OPTINational-Gothic" charset="0"/>
                <a:cs typeface="OPTINational-Gothic" charset="0"/>
              </a:rPr>
              <a:t>Albedo o sbiancamento, associato all’acqua, il Purgatorio ne è circondato o l’alba, “dolce color d’oriental mondi zaffiro”, Purgatorio, Canto I.</a:t>
            </a:r>
            <a:endParaRPr lang="en-US" altLang="en-US" sz="1600">
              <a:ln w="6350" cmpd="sng">
                <a:noFill/>
                <a:prstDash val="solid"/>
              </a:ln>
              <a:solidFill>
                <a:srgbClr val="47FF52"/>
              </a:solidFill>
              <a:latin typeface="OPTINational-Gothic" charset="0"/>
              <a:cs typeface="OPTINational-Gothic" charset="0"/>
            </a:endParaRPr>
          </a:p>
          <a:p>
            <a:pPr marL="400050" indent="-400050" fontAlgn="auto">
              <a:buFont typeface="+mj-lt"/>
              <a:buAutoNum type="romanUcPeriod"/>
            </a:pPr>
            <a:endParaRPr lang="en-US" altLang="en-US" sz="1600">
              <a:ln w="6350" cmpd="sng">
                <a:noFill/>
                <a:prstDash val="solid"/>
              </a:ln>
              <a:solidFill>
                <a:srgbClr val="47FF52"/>
              </a:solidFill>
              <a:latin typeface="OPTINational-Gothic" charset="0"/>
              <a:cs typeface="OPTINational-Gothic" charset="0"/>
            </a:endParaRPr>
          </a:p>
          <a:p>
            <a:pPr marL="400050" indent="-400050" fontAlgn="auto">
              <a:buFont typeface="+mj-lt"/>
              <a:buAutoNum type="romanUcPeriod"/>
            </a:pPr>
            <a:r>
              <a:rPr lang="en-US" altLang="en-US" sz="1600">
                <a:ln w="6350" cmpd="sng">
                  <a:noFill/>
                  <a:prstDash val="solid"/>
                </a:ln>
                <a:solidFill>
                  <a:srgbClr val="47FF52"/>
                </a:solidFill>
                <a:latin typeface="OPTINational-Gothic" charset="0"/>
                <a:cs typeface="OPTINational-Gothic" charset="0"/>
              </a:rPr>
              <a:t>Citrinitas o ingiallimento, il cui elemento essenziale è l’aria, come testimoniato dai 9 cieli, e a cui è associata il simbolo dell’aquila, “poscia che Constantin l’aquila volse contr’al corso del ciel, Paradiso, Canto VI” o anche il sole, “là dov’ella frange più sua rattezza, nacque al mondo un sole, Paradiso, Canto XI”.</a:t>
            </a:r>
            <a:endParaRPr lang="en-US" altLang="en-US" sz="1600">
              <a:ln w="6350" cmpd="sng">
                <a:noFill/>
                <a:prstDash val="solid"/>
              </a:ln>
              <a:solidFill>
                <a:srgbClr val="47FF52"/>
              </a:solidFill>
              <a:latin typeface="OPTINational-Gothic" charset="0"/>
              <a:cs typeface="OPTINational-Gothic" charset="0"/>
            </a:endParaRPr>
          </a:p>
          <a:p>
            <a:pPr marL="400050" indent="-400050" fontAlgn="auto">
              <a:buFont typeface="+mj-lt"/>
              <a:buAutoNum type="romanUcPeriod"/>
            </a:pPr>
            <a:endParaRPr lang="en-US" altLang="en-US" sz="1600">
              <a:ln w="6350" cmpd="sng">
                <a:noFill/>
                <a:prstDash val="solid"/>
              </a:ln>
              <a:solidFill>
                <a:srgbClr val="47FF52"/>
              </a:solidFill>
              <a:latin typeface="OPTINational-Gothic" charset="0"/>
              <a:cs typeface="OPTINational-Gothic" charset="0"/>
            </a:endParaRPr>
          </a:p>
          <a:p>
            <a:pPr marL="400050" indent="-400050" fontAlgn="auto">
              <a:buFont typeface="+mj-lt"/>
              <a:buAutoNum type="romanUcPeriod"/>
            </a:pPr>
            <a:r>
              <a:rPr lang="en-US" altLang="en-US" sz="1600">
                <a:ln w="6350" cmpd="sng">
                  <a:noFill/>
                  <a:prstDash val="solid"/>
                </a:ln>
                <a:solidFill>
                  <a:srgbClr val="47FF52"/>
                </a:solidFill>
                <a:latin typeface="OPTINational-Gothic" charset="0"/>
                <a:cs typeface="OPTINational-Gothic" charset="0"/>
              </a:rPr>
              <a:t>Rubedo,  contraddistinto dall’elemento più forte, il fuoco, simbolo dello Spirito Santo presente nell’empireo.</a:t>
            </a:r>
            <a:endParaRPr lang="en-US" altLang="en-US" sz="1600">
              <a:ln w="6350" cmpd="sng">
                <a:noFill/>
                <a:prstDash val="solid"/>
              </a:ln>
              <a:solidFill>
                <a:srgbClr val="47FF52"/>
              </a:solidFill>
              <a:latin typeface="OPTINational-Gothic" charset="0"/>
              <a:cs typeface="OPTINational-Gothic" charset="0"/>
            </a:endParaRPr>
          </a:p>
          <a:p>
            <a:pPr marL="400050" indent="-400050" fontAlgn="auto">
              <a:buFont typeface="+mj-lt"/>
              <a:buAutoNum type="romanUcPeriod"/>
            </a:pPr>
            <a:endParaRPr lang="en-US" altLang="en-US" sz="1600">
              <a:ln w="6350" cmpd="sng">
                <a:noFill/>
                <a:prstDash val="solid"/>
              </a:ln>
              <a:solidFill>
                <a:srgbClr val="47FF52"/>
              </a:solidFill>
              <a:latin typeface="OPTINational-Gothic" charset="0"/>
              <a:cs typeface="OPTINational-Gothic" charset="0"/>
            </a:endParaRPr>
          </a:p>
        </p:txBody>
      </p:sp>
      <p:cxnSp>
        <p:nvCxnSpPr>
          <p:cNvPr id="4" name="Straight Arrow Connector 3"/>
          <p:cNvCxnSpPr/>
          <p:nvPr/>
        </p:nvCxnSpPr>
        <p:spPr>
          <a:xfrm>
            <a:off x="8604250" y="4525645"/>
            <a:ext cx="0" cy="836295"/>
          </a:xfrm>
          <a:prstGeom prst="straightConnector1">
            <a:avLst/>
          </a:prstGeom>
          <a:ln>
            <a:tailEnd type="arrow" w="med" len="med"/>
          </a:ln>
        </p:spPr>
        <p:style>
          <a:lnRef idx="3">
            <a:schemeClr val="accent6"/>
          </a:lnRef>
          <a:fillRef idx="0">
            <a:schemeClr val="accent6"/>
          </a:fillRef>
          <a:effectRef idx="2">
            <a:schemeClr val="accent6"/>
          </a:effectRef>
          <a:fontRef idx="minor">
            <a:schemeClr val="tx1"/>
          </a:fontRef>
        </p:style>
      </p:cxnSp>
      <p:sp>
        <p:nvSpPr>
          <p:cNvPr id="11" name="Text Box 10"/>
          <p:cNvSpPr txBox="true"/>
          <p:nvPr/>
        </p:nvSpPr>
        <p:spPr>
          <a:xfrm>
            <a:off x="5862320" y="5437505"/>
            <a:ext cx="5483225" cy="829945"/>
          </a:xfrm>
          <a:prstGeom prst="rect">
            <a:avLst/>
          </a:prstGeom>
          <a:noFill/>
        </p:spPr>
        <p:txBody>
          <a:bodyPr wrap="square" rtlCol="0">
            <a:spAutoFit/>
          </a:bodyPr>
          <a:lstStyle/>
          <a:p>
            <a:pPr algn="l" fontAlgn="auto"/>
            <a:r>
              <a:rPr lang="en-US" altLang="en-US" sz="1600">
                <a:ln w="6350" cmpd="sng">
                  <a:noFill/>
                  <a:prstDash val="solid"/>
                </a:ln>
                <a:solidFill>
                  <a:srgbClr val="47FF52"/>
                </a:solidFill>
                <a:latin typeface="OPTINational-Gothic" charset="0"/>
                <a:cs typeface="OPTINational-Gothic" charset="0"/>
              </a:rPr>
              <a:t>“...la Pietra che tramuta Giove in Luna”, la pietra filosofale, che si pensava essere in grado di risanare la corruzione della materia (le tre fiere incontrate da Dante all’inizio del viaggio)</a:t>
            </a:r>
            <a:endParaRPr lang="en-US" altLang="en-US" sz="1600">
              <a:ln w="6350" cmpd="sng">
                <a:noFill/>
                <a:prstDash val="solid"/>
              </a:ln>
              <a:solidFill>
                <a:srgbClr val="47FF52"/>
              </a:solidFill>
              <a:latin typeface="OPTINational-Gothic" charset="0"/>
              <a:cs typeface="OPTINational-Gothic"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2400300" y="149860"/>
            <a:ext cx="7391400" cy="706755"/>
          </a:xfrm>
          <a:prstGeom prst="rect">
            <a:avLst/>
          </a:prstGeom>
          <a:noFill/>
        </p:spPr>
        <p:txBody>
          <a:bodyPr wrap="square" rtlCol="0">
            <a:spAutoFit/>
          </a:bodyPr>
          <a:lstStyle/>
          <a:p>
            <a:r>
              <a:rPr lang="en-US" altLang="en-US" sz="4000">
                <a:ln w="28575" cmpd="sng">
                  <a:solidFill>
                    <a:srgbClr val="47FF52"/>
                  </a:solidFill>
                  <a:prstDash val="solid"/>
                </a:ln>
                <a:solidFill>
                  <a:srgbClr val="644647"/>
                </a:solidFill>
                <a:latin typeface="OPTINational-Gothic" charset="0"/>
                <a:cs typeface="OPTINational-Gothic" charset="0"/>
              </a:rPr>
              <a:t>LA CONVERSIONE DI SANT’AGOSTINO</a:t>
            </a:r>
            <a:endParaRPr lang="en-US" altLang="en-US" sz="4000">
              <a:ln w="28575" cmpd="sng">
                <a:solidFill>
                  <a:srgbClr val="47FF52"/>
                </a:solidFill>
                <a:prstDash val="solid"/>
              </a:ln>
              <a:solidFill>
                <a:srgbClr val="644647"/>
              </a:solidFill>
              <a:latin typeface="OPTINational-Gothic" charset="0"/>
              <a:cs typeface="OPTINational-Gothic" charset="0"/>
            </a:endParaRPr>
          </a:p>
        </p:txBody>
      </p:sp>
      <p:pic>
        <p:nvPicPr>
          <p:cNvPr id="2" name="Picture 1" descr="Champaigne,_Philippe_de_-_Saint_Augustin_-_1645-1650"/>
          <p:cNvPicPr>
            <a:picLocks noChangeAspect="true"/>
          </p:cNvPicPr>
          <p:nvPr/>
        </p:nvPicPr>
        <p:blipFill>
          <a:blip r:embed="rId2"/>
          <a:stretch>
            <a:fillRect/>
          </a:stretch>
        </p:blipFill>
        <p:spPr>
          <a:xfrm>
            <a:off x="7734300" y="1390015"/>
            <a:ext cx="3625215" cy="4615180"/>
          </a:xfrm>
          <a:prstGeom prst="rect">
            <a:avLst/>
          </a:prstGeom>
        </p:spPr>
      </p:pic>
      <p:sp>
        <p:nvSpPr>
          <p:cNvPr id="11" name="Text Box 10"/>
          <p:cNvSpPr txBox="true"/>
          <p:nvPr/>
        </p:nvSpPr>
        <p:spPr>
          <a:xfrm>
            <a:off x="359410" y="1815465"/>
            <a:ext cx="6315075" cy="1198880"/>
          </a:xfrm>
          <a:prstGeom prst="rect">
            <a:avLst/>
          </a:prstGeom>
          <a:noFill/>
        </p:spPr>
        <p:txBody>
          <a:bodyPr wrap="square" rtlCol="0">
            <a:spAutoFit/>
          </a:bodyPr>
          <a:lstStyle/>
          <a:p>
            <a:pPr algn="l" fontAlgn="auto"/>
            <a:r>
              <a:rPr lang="en-US" altLang="en-US">
                <a:ln w="6350" cmpd="sng">
                  <a:noFill/>
                  <a:prstDash val="solid"/>
                </a:ln>
                <a:solidFill>
                  <a:srgbClr val="47FF52"/>
                </a:solidFill>
                <a:latin typeface="OPTINational-Gothic" charset="0"/>
                <a:cs typeface="OPTINational-Gothic" charset="0"/>
              </a:rPr>
              <a:t>“Io sentii che la mia anima e la sua erano state un’anima sola in due</a:t>
            </a:r>
            <a:endParaRPr lang="en-US" altLang="en-US">
              <a:ln w="6350" cmpd="sng">
                <a:noFill/>
                <a:prstDash val="solid"/>
              </a:ln>
              <a:solidFill>
                <a:srgbClr val="47FF52"/>
              </a:solidFill>
              <a:latin typeface="OPTINational-Gothic" charset="0"/>
              <a:cs typeface="OPTINational-Gothic" charset="0"/>
            </a:endParaRPr>
          </a:p>
          <a:p>
            <a:pPr algn="l" fontAlgn="auto"/>
            <a:r>
              <a:rPr lang="en-US" altLang="en-US">
                <a:ln w="6350" cmpd="sng">
                  <a:noFill/>
                  <a:prstDash val="solid"/>
                </a:ln>
                <a:solidFill>
                  <a:srgbClr val="47FF52"/>
                </a:solidFill>
                <a:latin typeface="OPTINational-Gothic" charset="0"/>
                <a:cs typeface="OPTINational-Gothic" charset="0"/>
              </a:rPr>
              <a:t>corpi; perciò la vita mi faceva orrore, poiché non volevo vivere a mezzo,</a:t>
            </a:r>
            <a:endParaRPr lang="en-US" altLang="en-US">
              <a:ln w="6350" cmpd="sng">
                <a:noFill/>
                <a:prstDash val="solid"/>
              </a:ln>
              <a:solidFill>
                <a:srgbClr val="47FF52"/>
              </a:solidFill>
              <a:latin typeface="OPTINational-Gothic" charset="0"/>
              <a:cs typeface="OPTINational-Gothic" charset="0"/>
            </a:endParaRPr>
          </a:p>
          <a:p>
            <a:pPr algn="l" fontAlgn="auto"/>
            <a:r>
              <a:rPr lang="en-US" altLang="en-US">
                <a:ln w="6350" cmpd="sng">
                  <a:noFill/>
                  <a:prstDash val="solid"/>
                </a:ln>
                <a:solidFill>
                  <a:srgbClr val="47FF52"/>
                </a:solidFill>
                <a:latin typeface="OPTINational-Gothic" charset="0"/>
                <a:cs typeface="OPTINational-Gothic" charset="0"/>
              </a:rPr>
              <a:t>e perciò forse temevo di morire, per non far morire del tutto chi avevo</a:t>
            </a:r>
            <a:endParaRPr lang="en-US" altLang="en-US">
              <a:ln w="6350" cmpd="sng">
                <a:noFill/>
                <a:prstDash val="solid"/>
              </a:ln>
              <a:solidFill>
                <a:srgbClr val="47FF52"/>
              </a:solidFill>
              <a:latin typeface="OPTINational-Gothic" charset="0"/>
              <a:cs typeface="OPTINational-Gothic" charset="0"/>
            </a:endParaRPr>
          </a:p>
          <a:p>
            <a:pPr algn="l" fontAlgn="auto"/>
            <a:r>
              <a:rPr lang="en-US" altLang="en-US">
                <a:ln w="6350" cmpd="sng">
                  <a:noFill/>
                  <a:prstDash val="solid"/>
                </a:ln>
                <a:solidFill>
                  <a:srgbClr val="47FF52"/>
                </a:solidFill>
                <a:latin typeface="OPTINational-Gothic" charset="0"/>
                <a:cs typeface="OPTINational-Gothic" charset="0"/>
              </a:rPr>
              <a:t>molto amato. “</a:t>
            </a:r>
            <a:endParaRPr lang="en-US" altLang="en-US">
              <a:ln w="6350" cmpd="sng">
                <a:noFill/>
                <a:prstDash val="solid"/>
              </a:ln>
              <a:solidFill>
                <a:srgbClr val="47FF52"/>
              </a:solidFill>
              <a:latin typeface="OPTINational-Gothic" charset="0"/>
              <a:cs typeface="OPTINational-Gothic" charset="0"/>
            </a:endParaRPr>
          </a:p>
        </p:txBody>
      </p:sp>
      <p:sp>
        <p:nvSpPr>
          <p:cNvPr id="3" name="Text Box 2"/>
          <p:cNvSpPr txBox="true"/>
          <p:nvPr/>
        </p:nvSpPr>
        <p:spPr>
          <a:xfrm>
            <a:off x="3183255" y="3014345"/>
            <a:ext cx="3491230" cy="337185"/>
          </a:xfrm>
          <a:prstGeom prst="rect">
            <a:avLst/>
          </a:prstGeom>
          <a:noFill/>
        </p:spPr>
        <p:txBody>
          <a:bodyPr wrap="square" rtlCol="0">
            <a:spAutoFit/>
          </a:bodyPr>
          <a:lstStyle/>
          <a:p>
            <a:pPr algn="l" fontAlgn="auto"/>
            <a:r>
              <a:rPr lang="en-US" altLang="en-US" sz="1600">
                <a:ln w="6350" cmpd="sng">
                  <a:noFill/>
                  <a:prstDash val="solid"/>
                </a:ln>
                <a:solidFill>
                  <a:srgbClr val="47FF52"/>
                </a:solidFill>
                <a:latin typeface="OPTINational-Gothic" charset="0"/>
                <a:cs typeface="OPTINational-Gothic" charset="0"/>
              </a:rPr>
              <a:t>Sant’Agostino, Confessiones IV, 6.11</a:t>
            </a:r>
            <a:endParaRPr lang="en-US" altLang="en-US" sz="1600">
              <a:ln w="6350" cmpd="sng">
                <a:noFill/>
                <a:prstDash val="solid"/>
              </a:ln>
              <a:solidFill>
                <a:srgbClr val="47FF52"/>
              </a:solidFill>
              <a:latin typeface="OPTINational-Gothic" charset="0"/>
              <a:cs typeface="OPTINational-Gothic"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3300730" y="140335"/>
            <a:ext cx="5590540" cy="706755"/>
          </a:xfrm>
          <a:prstGeom prst="rect">
            <a:avLst/>
          </a:prstGeom>
          <a:noFill/>
        </p:spPr>
        <p:txBody>
          <a:bodyPr wrap="square" rtlCol="0">
            <a:spAutoFit/>
          </a:bodyPr>
          <a:lstStyle/>
          <a:p>
            <a:r>
              <a:rPr lang="" altLang="en-US" sz="4000">
                <a:ln w="28575" cmpd="sng">
                  <a:solidFill>
                    <a:srgbClr val="47FF52"/>
                  </a:solidFill>
                  <a:prstDash val="solid"/>
                </a:ln>
                <a:solidFill>
                  <a:srgbClr val="644647"/>
                </a:solidFill>
                <a:latin typeface="OPTINational-Gothic" charset="0"/>
                <a:cs typeface="OPTINational-Gothic" charset="0"/>
              </a:rPr>
              <a:t>SANT’AGOSTINO E IL TEMPO</a:t>
            </a:r>
            <a:endParaRPr lang="" altLang="en-US" sz="4000">
              <a:ln w="28575" cmpd="sng">
                <a:solidFill>
                  <a:srgbClr val="47FF52"/>
                </a:solidFill>
                <a:prstDash val="solid"/>
              </a:ln>
              <a:solidFill>
                <a:srgbClr val="644647"/>
              </a:solidFill>
              <a:latin typeface="OPTINational-Gothic" charset="0"/>
              <a:cs typeface="OPTINational-Gothic" charset="0"/>
            </a:endParaRPr>
          </a:p>
        </p:txBody>
      </p:sp>
      <p:sp>
        <p:nvSpPr>
          <p:cNvPr id="11" name="Text Box 10"/>
          <p:cNvSpPr txBox="true"/>
          <p:nvPr/>
        </p:nvSpPr>
        <p:spPr>
          <a:xfrm>
            <a:off x="3175" y="140335"/>
            <a:ext cx="3298190" cy="1198880"/>
          </a:xfrm>
          <a:prstGeom prst="rect">
            <a:avLst/>
          </a:prstGeom>
          <a:noFill/>
        </p:spPr>
        <p:txBody>
          <a:bodyPr wrap="square" rtlCol="0">
            <a:spAutoFit/>
          </a:bodyPr>
          <a:p>
            <a:pPr algn="l" fontAlgn="auto"/>
            <a:r>
              <a:rPr lang="en-US" altLang="en-US">
                <a:ln w="6350" cmpd="sng">
                  <a:noFill/>
                  <a:prstDash val="solid"/>
                </a:ln>
                <a:solidFill>
                  <a:srgbClr val="47FF52"/>
                </a:solidFill>
                <a:latin typeface="OPTINational-Gothic" charset="0"/>
                <a:cs typeface="OPTINational-Gothic" charset="0"/>
              </a:rPr>
              <a:t>Cos’è il tempo?</a:t>
            </a:r>
            <a:endParaRPr lang="en-US" altLang="en-US">
              <a:ln w="6350" cmpd="sng">
                <a:noFill/>
                <a:prstDash val="solid"/>
              </a:ln>
              <a:solidFill>
                <a:srgbClr val="47FF52"/>
              </a:solidFill>
              <a:latin typeface="OPTINational-Gothic" charset="0"/>
              <a:cs typeface="OPTINational-Gothic" charset="0"/>
            </a:endParaRPr>
          </a:p>
          <a:p>
            <a:pPr algn="l" fontAlgn="auto"/>
            <a:r>
              <a:rPr lang="" altLang="en-US">
                <a:ln w="6350" cmpd="sng">
                  <a:noFill/>
                  <a:prstDash val="solid"/>
                </a:ln>
                <a:solidFill>
                  <a:srgbClr val="47FF52"/>
                </a:solidFill>
                <a:latin typeface="OPTINational-Gothic" charset="0"/>
                <a:cs typeface="OPTINational-Gothic" charset="0"/>
              </a:rPr>
              <a:t>Se nessuno m’interroga,</a:t>
            </a:r>
            <a:endParaRPr lang="" altLang="en-US">
              <a:ln w="6350" cmpd="sng">
                <a:noFill/>
                <a:prstDash val="solid"/>
              </a:ln>
              <a:solidFill>
                <a:srgbClr val="47FF52"/>
              </a:solidFill>
              <a:latin typeface="OPTINational-Gothic" charset="0"/>
              <a:cs typeface="OPTINational-Gothic" charset="0"/>
            </a:endParaRPr>
          </a:p>
          <a:p>
            <a:pPr algn="l" fontAlgn="auto"/>
            <a:r>
              <a:rPr lang="" altLang="en-US">
                <a:ln w="6350" cmpd="sng">
                  <a:noFill/>
                  <a:prstDash val="solid"/>
                </a:ln>
                <a:solidFill>
                  <a:srgbClr val="47FF52"/>
                </a:solidFill>
                <a:latin typeface="OPTINational-Gothic" charset="0"/>
                <a:cs typeface="OPTINational-Gothic" charset="0"/>
              </a:rPr>
              <a:t>lo so; se volessi spiegarlo a chi m’interroga, non lo so.</a:t>
            </a:r>
            <a:endParaRPr lang="" altLang="en-US">
              <a:ln w="6350" cmpd="sng">
                <a:noFill/>
                <a:prstDash val="solid"/>
              </a:ln>
              <a:solidFill>
                <a:srgbClr val="47FF52"/>
              </a:solidFill>
              <a:latin typeface="OPTINational-Gothic" charset="0"/>
              <a:cs typeface="OPTINational-Gothic" charset="0"/>
            </a:endParaRPr>
          </a:p>
        </p:txBody>
      </p:sp>
      <p:pic>
        <p:nvPicPr>
          <p:cNvPr id="6" name="Picture 5" descr="presentepassatofuturo"/>
          <p:cNvPicPr>
            <a:picLocks noChangeAspect="true"/>
          </p:cNvPicPr>
          <p:nvPr/>
        </p:nvPicPr>
        <p:blipFill>
          <a:blip r:embed="rId2"/>
          <a:stretch>
            <a:fillRect/>
          </a:stretch>
        </p:blipFill>
        <p:spPr>
          <a:xfrm rot="5400000">
            <a:off x="1539875" y="165100"/>
            <a:ext cx="3117850" cy="6012815"/>
          </a:xfrm>
          <a:prstGeom prst="rect">
            <a:avLst/>
          </a:prstGeom>
        </p:spPr>
      </p:pic>
      <p:pic>
        <p:nvPicPr>
          <p:cNvPr id="9" name="Picture 8" descr="Achilles_and_turtle"/>
          <p:cNvPicPr>
            <a:picLocks noChangeAspect="true"/>
          </p:cNvPicPr>
          <p:nvPr/>
        </p:nvPicPr>
        <p:blipFill>
          <a:blip r:embed="rId3"/>
          <a:stretch>
            <a:fillRect/>
          </a:stretch>
        </p:blipFill>
        <p:spPr>
          <a:xfrm>
            <a:off x="8891270" y="140335"/>
            <a:ext cx="3263265" cy="6062980"/>
          </a:xfrm>
          <a:prstGeom prst="rect">
            <a:avLst/>
          </a:prstGeom>
        </p:spPr>
      </p:pic>
      <p:cxnSp>
        <p:nvCxnSpPr>
          <p:cNvPr id="10" name="Straight Arrow Connector 9"/>
          <p:cNvCxnSpPr/>
          <p:nvPr/>
        </p:nvCxnSpPr>
        <p:spPr>
          <a:xfrm flipH="true">
            <a:off x="8427085" y="1183005"/>
            <a:ext cx="601345" cy="0"/>
          </a:xfrm>
          <a:prstGeom prst="straightConnector1">
            <a:avLst/>
          </a:prstGeom>
          <a:ln>
            <a:tailEnd type="arrow" w="med" len="med"/>
          </a:ln>
        </p:spPr>
        <p:style>
          <a:lnRef idx="3">
            <a:schemeClr val="accent6"/>
          </a:lnRef>
          <a:fillRef idx="0">
            <a:schemeClr val="accent6"/>
          </a:fillRef>
          <a:effectRef idx="2">
            <a:schemeClr val="accent6"/>
          </a:effectRef>
          <a:fontRef idx="minor">
            <a:schemeClr val="tx1"/>
          </a:fontRef>
        </p:style>
      </p:cxnSp>
      <p:sp>
        <p:nvSpPr>
          <p:cNvPr id="12" name="Text Box 11"/>
          <p:cNvSpPr txBox="true"/>
          <p:nvPr/>
        </p:nvSpPr>
        <p:spPr>
          <a:xfrm>
            <a:off x="5659755" y="860425"/>
            <a:ext cx="2767330" cy="645160"/>
          </a:xfrm>
          <a:prstGeom prst="rect">
            <a:avLst/>
          </a:prstGeom>
          <a:noFill/>
        </p:spPr>
        <p:txBody>
          <a:bodyPr wrap="square" rtlCol="0">
            <a:spAutoFit/>
          </a:bodyPr>
          <a:p>
            <a:pPr algn="l" fontAlgn="auto"/>
            <a:r>
              <a:rPr lang="" altLang="en-US">
                <a:ln w="6350" cmpd="sng">
                  <a:noFill/>
                  <a:prstDash val="solid"/>
                </a:ln>
                <a:solidFill>
                  <a:srgbClr val="47FF52"/>
                </a:solidFill>
                <a:latin typeface="OPTINational-Gothic" charset="0"/>
                <a:cs typeface="OPTINational-Gothic" charset="0"/>
              </a:rPr>
              <a:t>Il tempo come lo spazio: alla ricerca dell’unità essenziale.</a:t>
            </a:r>
            <a:endParaRPr lang="" altLang="en-US">
              <a:ln w="6350" cmpd="sng">
                <a:noFill/>
                <a:prstDash val="solid"/>
              </a:ln>
              <a:solidFill>
                <a:srgbClr val="47FF52"/>
              </a:solidFill>
              <a:latin typeface="OPTINational-Gothic" charset="0"/>
              <a:cs typeface="OPTINational-Gothic" charset="0"/>
            </a:endParaRPr>
          </a:p>
        </p:txBody>
      </p:sp>
      <p:cxnSp>
        <p:nvCxnSpPr>
          <p:cNvPr id="16" name="Elbow Connector 15"/>
          <p:cNvCxnSpPr/>
          <p:nvPr/>
        </p:nvCxnSpPr>
        <p:spPr>
          <a:xfrm rot="5400000" flipV="true">
            <a:off x="6270625" y="1516380"/>
            <a:ext cx="779780" cy="751205"/>
          </a:xfrm>
          <a:prstGeom prst="bentConnector3">
            <a:avLst>
              <a:gd name="adj1" fmla="val 50041"/>
            </a:avLst>
          </a:prstGeom>
          <a:ln>
            <a:tailEnd type="arrow" w="med" len="med"/>
          </a:ln>
        </p:spPr>
        <p:style>
          <a:lnRef idx="3">
            <a:schemeClr val="accent6"/>
          </a:lnRef>
          <a:fillRef idx="0">
            <a:schemeClr val="accent6"/>
          </a:fillRef>
          <a:effectRef idx="2">
            <a:schemeClr val="accent6"/>
          </a:effectRef>
          <a:fontRef idx="minor">
            <a:schemeClr val="tx1"/>
          </a:fontRef>
        </p:style>
      </p:cxnSp>
      <p:sp>
        <p:nvSpPr>
          <p:cNvPr id="17" name="Text Box 16"/>
          <p:cNvSpPr txBox="true"/>
          <p:nvPr/>
        </p:nvSpPr>
        <p:spPr>
          <a:xfrm>
            <a:off x="6285230" y="2282190"/>
            <a:ext cx="2767330" cy="645160"/>
          </a:xfrm>
          <a:prstGeom prst="rect">
            <a:avLst/>
          </a:prstGeom>
          <a:noFill/>
        </p:spPr>
        <p:txBody>
          <a:bodyPr wrap="square" rtlCol="0">
            <a:spAutoFit/>
          </a:bodyPr>
          <a:p>
            <a:pPr algn="l" fontAlgn="auto"/>
            <a:r>
              <a:rPr lang="" altLang="en-US">
                <a:ln w="6350" cmpd="sng">
                  <a:noFill/>
                  <a:prstDash val="solid"/>
                </a:ln>
                <a:solidFill>
                  <a:srgbClr val="47FF52"/>
                </a:solidFill>
                <a:latin typeface="OPTINational-Gothic" charset="0"/>
                <a:cs typeface="OPTINational-Gothic" charset="0"/>
              </a:rPr>
              <a:t>Quindi il tempo, si misura come lo spazio?</a:t>
            </a:r>
            <a:endParaRPr lang="" altLang="en-US">
              <a:ln w="6350" cmpd="sng">
                <a:noFill/>
                <a:prstDash val="solid"/>
              </a:ln>
              <a:solidFill>
                <a:srgbClr val="47FF52"/>
              </a:solidFill>
              <a:latin typeface="OPTINational-Gothic" charset="0"/>
              <a:cs typeface="OPTINational-Gothic" charset="0"/>
            </a:endParaRPr>
          </a:p>
        </p:txBody>
      </p:sp>
      <p:cxnSp>
        <p:nvCxnSpPr>
          <p:cNvPr id="18" name="Elbow Connector 17"/>
          <p:cNvCxnSpPr/>
          <p:nvPr/>
        </p:nvCxnSpPr>
        <p:spPr>
          <a:xfrm rot="5400000" flipV="true">
            <a:off x="6957060" y="2972435"/>
            <a:ext cx="836295" cy="638175"/>
          </a:xfrm>
          <a:prstGeom prst="bentConnector3">
            <a:avLst>
              <a:gd name="adj1" fmla="val 50038"/>
            </a:avLst>
          </a:prstGeom>
          <a:ln>
            <a:tailEnd type="arrow" w="med" len="med"/>
          </a:ln>
        </p:spPr>
        <p:style>
          <a:lnRef idx="3">
            <a:schemeClr val="accent6"/>
          </a:lnRef>
          <a:fillRef idx="0">
            <a:schemeClr val="accent6"/>
          </a:fillRef>
          <a:effectRef idx="2">
            <a:schemeClr val="accent6"/>
          </a:effectRef>
          <a:fontRef idx="minor">
            <a:schemeClr val="tx1"/>
          </a:fontRef>
        </p:style>
      </p:cxnSp>
      <p:sp>
        <p:nvSpPr>
          <p:cNvPr id="19" name="Text Box 18"/>
          <p:cNvSpPr txBox="true"/>
          <p:nvPr/>
        </p:nvSpPr>
        <p:spPr>
          <a:xfrm>
            <a:off x="6552565" y="3682365"/>
            <a:ext cx="2767330" cy="922020"/>
          </a:xfrm>
          <a:prstGeom prst="rect">
            <a:avLst/>
          </a:prstGeom>
          <a:noFill/>
        </p:spPr>
        <p:txBody>
          <a:bodyPr wrap="square" rtlCol="0">
            <a:spAutoFit/>
          </a:bodyPr>
          <a:p>
            <a:pPr algn="l" fontAlgn="auto"/>
            <a:r>
              <a:rPr lang="" altLang="en-US">
                <a:ln w="6350" cmpd="sng">
                  <a:noFill/>
                  <a:prstDash val="solid"/>
                </a:ln>
                <a:solidFill>
                  <a:srgbClr val="47FF52"/>
                </a:solidFill>
                <a:latin typeface="OPTINational-Gothic" charset="0"/>
                <a:cs typeface="OPTINational-Gothic" charset="0"/>
              </a:rPr>
              <a:t>Come misuriamo la lunghezza di una sillaba o di un verso di un poema?</a:t>
            </a:r>
            <a:endParaRPr lang="" altLang="en-US">
              <a:ln w="6350" cmpd="sng">
                <a:noFill/>
                <a:prstDash val="solid"/>
              </a:ln>
              <a:solidFill>
                <a:srgbClr val="47FF52"/>
              </a:solidFill>
              <a:latin typeface="OPTINational-Gothic" charset="0"/>
              <a:cs typeface="OPTINational-Gothic" charset="0"/>
            </a:endParaRPr>
          </a:p>
        </p:txBody>
      </p:sp>
      <p:cxnSp>
        <p:nvCxnSpPr>
          <p:cNvPr id="20" name="Straight Arrow Connector 19"/>
          <p:cNvCxnSpPr/>
          <p:nvPr/>
        </p:nvCxnSpPr>
        <p:spPr>
          <a:xfrm>
            <a:off x="7668895" y="4604385"/>
            <a:ext cx="0" cy="637540"/>
          </a:xfrm>
          <a:prstGeom prst="straightConnector1">
            <a:avLst/>
          </a:prstGeom>
          <a:ln>
            <a:tailEnd type="arrow" w="med" len="med"/>
          </a:ln>
        </p:spPr>
        <p:style>
          <a:lnRef idx="3">
            <a:schemeClr val="accent6"/>
          </a:lnRef>
          <a:fillRef idx="0">
            <a:schemeClr val="accent6"/>
          </a:fillRef>
          <a:effectRef idx="2">
            <a:schemeClr val="accent6"/>
          </a:effectRef>
          <a:fontRef idx="minor">
            <a:schemeClr val="tx1"/>
          </a:fontRef>
        </p:style>
      </p:cxnSp>
      <p:sp>
        <p:nvSpPr>
          <p:cNvPr id="21" name="Text Box 20"/>
          <p:cNvSpPr txBox="true"/>
          <p:nvPr/>
        </p:nvSpPr>
        <p:spPr>
          <a:xfrm>
            <a:off x="6458585" y="5241925"/>
            <a:ext cx="2861310" cy="922020"/>
          </a:xfrm>
          <a:prstGeom prst="rect">
            <a:avLst/>
          </a:prstGeom>
          <a:noFill/>
        </p:spPr>
        <p:txBody>
          <a:bodyPr wrap="square" rtlCol="0">
            <a:spAutoFit/>
          </a:bodyPr>
          <a:p>
            <a:pPr algn="l" fontAlgn="auto"/>
            <a:r>
              <a:rPr lang="" altLang="en-US">
                <a:ln w="6350" cmpd="sng">
                  <a:noFill/>
                  <a:prstDash val="solid"/>
                </a:ln>
                <a:solidFill>
                  <a:srgbClr val="47FF52"/>
                </a:solidFill>
                <a:latin typeface="OPTINational-Gothic" charset="0"/>
                <a:cs typeface="OPTINational-Gothic" charset="0"/>
              </a:rPr>
              <a:t>Eppure ogni sillaba può essere letta con velocità diversè dipendenti dal lettore...</a:t>
            </a:r>
            <a:endParaRPr lang="" altLang="en-US">
              <a:ln w="6350" cmpd="sng">
                <a:noFill/>
                <a:prstDash val="solid"/>
              </a:ln>
              <a:solidFill>
                <a:srgbClr val="47FF52"/>
              </a:solidFill>
              <a:latin typeface="OPTINational-Gothic" charset="0"/>
              <a:cs typeface="OPTINational-Gothic" charset="0"/>
            </a:endParaRPr>
          </a:p>
        </p:txBody>
      </p:sp>
      <p:cxnSp>
        <p:nvCxnSpPr>
          <p:cNvPr id="22" name="Straight Arrow Connector 21"/>
          <p:cNvCxnSpPr>
            <a:stCxn id="21" idx="1"/>
          </p:cNvCxnSpPr>
          <p:nvPr/>
        </p:nvCxnSpPr>
        <p:spPr>
          <a:xfrm flipH="true" flipV="true">
            <a:off x="5636895" y="5701665"/>
            <a:ext cx="821690" cy="1270"/>
          </a:xfrm>
          <a:prstGeom prst="straightConnector1">
            <a:avLst/>
          </a:prstGeom>
          <a:ln>
            <a:tailEnd type="arrow" w="med" len="med"/>
          </a:ln>
        </p:spPr>
        <p:style>
          <a:lnRef idx="3">
            <a:schemeClr val="accent6"/>
          </a:lnRef>
          <a:fillRef idx="0">
            <a:schemeClr val="accent6"/>
          </a:fillRef>
          <a:effectRef idx="2">
            <a:schemeClr val="accent6"/>
          </a:effectRef>
          <a:fontRef idx="minor">
            <a:schemeClr val="tx1"/>
          </a:fontRef>
        </p:style>
      </p:cxnSp>
      <p:sp>
        <p:nvSpPr>
          <p:cNvPr id="23" name="Text Box 22"/>
          <p:cNvSpPr txBox="true"/>
          <p:nvPr/>
        </p:nvSpPr>
        <p:spPr>
          <a:xfrm>
            <a:off x="3300730" y="5281295"/>
            <a:ext cx="2486025" cy="922020"/>
          </a:xfrm>
          <a:prstGeom prst="rect">
            <a:avLst/>
          </a:prstGeom>
          <a:noFill/>
        </p:spPr>
        <p:txBody>
          <a:bodyPr wrap="square" rtlCol="0">
            <a:spAutoFit/>
          </a:bodyPr>
          <a:p>
            <a:pPr algn="l" fontAlgn="auto"/>
            <a:r>
              <a:rPr lang="" altLang="en-US">
                <a:ln w="6350" cmpd="sng">
                  <a:noFill/>
                  <a:prstDash val="solid"/>
                </a:ln>
                <a:solidFill>
                  <a:srgbClr val="47FF52"/>
                </a:solidFill>
                <a:latin typeface="OPTINational-Gothic" charset="0"/>
                <a:cs typeface="OPTINational-Gothic" charset="0"/>
              </a:rPr>
              <a:t>I secondi non sono tutti uguali! (e non solo la loro percezione)</a:t>
            </a:r>
            <a:endParaRPr lang="" altLang="en-US">
              <a:ln w="6350" cmpd="sng">
                <a:noFill/>
                <a:prstDash val="solid"/>
              </a:ln>
              <a:solidFill>
                <a:srgbClr val="47FF52"/>
              </a:solidFill>
              <a:latin typeface="OPTINational-Gothic" charset="0"/>
              <a:cs typeface="OPTINational-Gothic" charset="0"/>
            </a:endParaRPr>
          </a:p>
        </p:txBody>
      </p:sp>
      <p:cxnSp>
        <p:nvCxnSpPr>
          <p:cNvPr id="24" name="Straight Arrow Connector 23"/>
          <p:cNvCxnSpPr/>
          <p:nvPr/>
        </p:nvCxnSpPr>
        <p:spPr>
          <a:xfrm flipH="true" flipV="true">
            <a:off x="2479040" y="5700395"/>
            <a:ext cx="821690" cy="1270"/>
          </a:xfrm>
          <a:prstGeom prst="straightConnector1">
            <a:avLst/>
          </a:prstGeom>
          <a:ln>
            <a:tailEnd type="arrow" w="med" len="med"/>
          </a:ln>
        </p:spPr>
        <p:style>
          <a:lnRef idx="3">
            <a:schemeClr val="accent6"/>
          </a:lnRef>
          <a:fillRef idx="0">
            <a:schemeClr val="accent6"/>
          </a:fillRef>
          <a:effectRef idx="2">
            <a:schemeClr val="accent6"/>
          </a:effectRef>
          <a:fontRef idx="minor">
            <a:schemeClr val="tx1"/>
          </a:fontRef>
        </p:style>
      </p:cxnSp>
      <p:sp>
        <p:nvSpPr>
          <p:cNvPr id="25" name="Text Box 24"/>
          <p:cNvSpPr txBox="true"/>
          <p:nvPr/>
        </p:nvSpPr>
        <p:spPr>
          <a:xfrm>
            <a:off x="183515" y="5103495"/>
            <a:ext cx="2406650" cy="1198880"/>
          </a:xfrm>
          <a:prstGeom prst="rect">
            <a:avLst/>
          </a:prstGeom>
          <a:noFill/>
        </p:spPr>
        <p:txBody>
          <a:bodyPr wrap="square" rtlCol="0">
            <a:spAutoFit/>
          </a:bodyPr>
          <a:p>
            <a:pPr algn="l" fontAlgn="auto"/>
            <a:r>
              <a:rPr lang="" altLang="en-US">
                <a:ln w="6350" cmpd="sng">
                  <a:noFill/>
                  <a:prstDash val="solid"/>
                </a:ln>
                <a:solidFill>
                  <a:srgbClr val="47FF52"/>
                </a:solidFill>
                <a:latin typeface="OPTINational-Gothic" charset="0"/>
                <a:cs typeface="OPTINational-Gothic" charset="0"/>
              </a:rPr>
              <a:t>Il tempo è un’estenione, e mi meraviglierei  se non fosse un’</a:t>
            </a:r>
            <a:r>
              <a:rPr lang="" altLang="en-US" u="sng">
                <a:ln w="6350" cmpd="sng">
                  <a:noFill/>
                  <a:prstDash val="solid"/>
                </a:ln>
                <a:solidFill>
                  <a:srgbClr val="47FF52"/>
                </a:solidFill>
                <a:latin typeface="OPTINational-Gothic" charset="0"/>
                <a:cs typeface="OPTINational-Gothic" charset="0"/>
              </a:rPr>
              <a:t>estensione dell’anima</a:t>
            </a:r>
            <a:r>
              <a:rPr lang="" altLang="en-US">
                <a:ln w="6350" cmpd="sng">
                  <a:noFill/>
                  <a:prstDash val="solid"/>
                </a:ln>
                <a:solidFill>
                  <a:srgbClr val="47FF52"/>
                </a:solidFill>
                <a:latin typeface="OPTINational-Gothic" charset="0"/>
                <a:cs typeface="OPTINational-Gothic" charset="0"/>
              </a:rPr>
              <a:t>.</a:t>
            </a:r>
            <a:endParaRPr lang="" altLang="en-US">
              <a:ln w="6350" cmpd="sng">
                <a:noFill/>
                <a:prstDash val="solid"/>
              </a:ln>
              <a:solidFill>
                <a:srgbClr val="47FF52"/>
              </a:solidFill>
              <a:latin typeface="OPTINational-Gothic" charset="0"/>
              <a:cs typeface="OPTINational-Gothic"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2594610" y="149860"/>
            <a:ext cx="6967855" cy="706755"/>
          </a:xfrm>
          <a:prstGeom prst="rect">
            <a:avLst/>
          </a:prstGeom>
          <a:noFill/>
        </p:spPr>
        <p:txBody>
          <a:bodyPr wrap="square" rtlCol="0">
            <a:spAutoFit/>
          </a:bodyPr>
          <a:lstStyle/>
          <a:p>
            <a:r>
              <a:rPr lang="" altLang="en-US" sz="4000">
                <a:ln w="28575" cmpd="sng">
                  <a:solidFill>
                    <a:srgbClr val="47FF52"/>
                  </a:solidFill>
                  <a:prstDash val="solid"/>
                </a:ln>
                <a:solidFill>
                  <a:srgbClr val="644647"/>
                </a:solidFill>
                <a:latin typeface="OPTINational-Gothic" charset="0"/>
                <a:cs typeface="OPTINational-Gothic" charset="0"/>
              </a:rPr>
              <a:t>LE METAMORFOSI DI PHILIP GLASS</a:t>
            </a:r>
            <a:endParaRPr lang="" altLang="en-US" sz="4000">
              <a:ln w="28575" cmpd="sng">
                <a:solidFill>
                  <a:srgbClr val="47FF52"/>
                </a:solidFill>
                <a:prstDash val="solid"/>
              </a:ln>
              <a:solidFill>
                <a:srgbClr val="644647"/>
              </a:solidFill>
              <a:latin typeface="OPTINational-Gothic" charset="0"/>
              <a:cs typeface="OPTINational-Gothic" charset="0"/>
            </a:endParaRPr>
          </a:p>
        </p:txBody>
      </p:sp>
      <p:pic>
        <p:nvPicPr>
          <p:cNvPr id="2" name="Picture 1" descr="Pieghe-La-curvatura-dello-spazio-o-del-lenzuolo-per-la-presenza-di-una-massa"/>
          <p:cNvPicPr>
            <a:picLocks noChangeAspect="true"/>
          </p:cNvPicPr>
          <p:nvPr/>
        </p:nvPicPr>
        <p:blipFill>
          <a:blip r:embed="rId2"/>
          <a:stretch>
            <a:fillRect/>
          </a:stretch>
        </p:blipFill>
        <p:spPr>
          <a:xfrm>
            <a:off x="6233160" y="1122045"/>
            <a:ext cx="5841365" cy="3285490"/>
          </a:xfrm>
          <a:prstGeom prst="rect">
            <a:avLst/>
          </a:prstGeom>
        </p:spPr>
      </p:pic>
      <p:sp>
        <p:nvSpPr>
          <p:cNvPr id="11" name="Text Box 10"/>
          <p:cNvSpPr txBox="true"/>
          <p:nvPr/>
        </p:nvSpPr>
        <p:spPr>
          <a:xfrm>
            <a:off x="7705725" y="4537075"/>
            <a:ext cx="4368800" cy="368300"/>
          </a:xfrm>
          <a:prstGeom prst="rect">
            <a:avLst/>
          </a:prstGeom>
          <a:noFill/>
        </p:spPr>
        <p:txBody>
          <a:bodyPr wrap="square" rtlCol="0">
            <a:spAutoFit/>
          </a:bodyPr>
          <a:p>
            <a:pPr algn="l" fontAlgn="auto"/>
            <a:r>
              <a:rPr lang="" altLang="en-US">
                <a:ln w="6350" cmpd="sng">
                  <a:noFill/>
                  <a:prstDash val="solid"/>
                </a:ln>
                <a:solidFill>
                  <a:srgbClr val="47FF52"/>
                </a:solidFill>
                <a:latin typeface="OPTINational-Gothic" charset="0"/>
                <a:cs typeface="OPTINational-Gothic" charset="0"/>
              </a:rPr>
              <a:t>Spazio-tempo di Einstein: la trama dell’universo</a:t>
            </a:r>
            <a:endParaRPr lang="" altLang="en-US">
              <a:ln w="6350" cmpd="sng">
                <a:noFill/>
                <a:prstDash val="solid"/>
              </a:ln>
              <a:solidFill>
                <a:srgbClr val="47FF52"/>
              </a:solidFill>
              <a:latin typeface="OPTINational-Gothic" charset="0"/>
              <a:cs typeface="OPTINational-Gothic" charset="0"/>
            </a:endParaRPr>
          </a:p>
        </p:txBody>
      </p:sp>
      <p:pic>
        <p:nvPicPr>
          <p:cNvPr id="3" name="Picture 2" descr="e1c291c26f0dabef705c23443c7b5c30"/>
          <p:cNvPicPr>
            <a:picLocks noChangeAspect="true"/>
          </p:cNvPicPr>
          <p:nvPr/>
        </p:nvPicPr>
        <p:blipFill>
          <a:blip r:embed="rId3"/>
          <a:stretch>
            <a:fillRect/>
          </a:stretch>
        </p:blipFill>
        <p:spPr>
          <a:xfrm>
            <a:off x="35560" y="149860"/>
            <a:ext cx="2559050" cy="3299460"/>
          </a:xfrm>
          <a:prstGeom prst="rect">
            <a:avLst/>
          </a:prstGeom>
        </p:spPr>
      </p:pic>
      <p:pic>
        <p:nvPicPr>
          <p:cNvPr id="4" name="Picture 3" descr="2012eob0123001_new-1_600x600_1000KB"/>
          <p:cNvPicPr>
            <a:picLocks noChangeAspect="true"/>
          </p:cNvPicPr>
          <p:nvPr/>
        </p:nvPicPr>
        <p:blipFill>
          <a:blip r:embed="rId4"/>
          <a:stretch>
            <a:fillRect/>
          </a:stretch>
        </p:blipFill>
        <p:spPr>
          <a:xfrm>
            <a:off x="104140" y="3840480"/>
            <a:ext cx="3275330" cy="2287270"/>
          </a:xfrm>
          <a:prstGeom prst="rect">
            <a:avLst/>
          </a:prstGeom>
        </p:spPr>
      </p:pic>
      <p:pic>
        <p:nvPicPr>
          <p:cNvPr id="6" name="Picture 5" descr="cri_000000376455"/>
          <p:cNvPicPr>
            <a:picLocks noChangeAspect="true"/>
          </p:cNvPicPr>
          <p:nvPr/>
        </p:nvPicPr>
        <p:blipFill>
          <a:blip r:embed="rId5"/>
          <a:stretch>
            <a:fillRect/>
          </a:stretch>
        </p:blipFill>
        <p:spPr>
          <a:xfrm>
            <a:off x="3759835" y="3841115"/>
            <a:ext cx="2307590" cy="2286000"/>
          </a:xfrm>
          <a:prstGeom prst="rect">
            <a:avLst/>
          </a:prstGeom>
        </p:spPr>
      </p:pic>
      <p:sp>
        <p:nvSpPr>
          <p:cNvPr id="8" name="Text Box 7"/>
          <p:cNvSpPr txBox="true"/>
          <p:nvPr/>
        </p:nvSpPr>
        <p:spPr>
          <a:xfrm>
            <a:off x="2891790" y="1807845"/>
            <a:ext cx="3044190" cy="645160"/>
          </a:xfrm>
          <a:prstGeom prst="rect">
            <a:avLst/>
          </a:prstGeom>
          <a:noFill/>
        </p:spPr>
        <p:txBody>
          <a:bodyPr wrap="square" rtlCol="0">
            <a:spAutoFit/>
          </a:bodyPr>
          <a:p>
            <a:pPr marL="285750" indent="-285750" algn="l" fontAlgn="auto">
              <a:buFont typeface="Arial" panose="02080604020202020204" pitchFamily="34" charset="0"/>
              <a:buChar char="•"/>
            </a:pPr>
            <a:r>
              <a:rPr lang="" altLang="en-US">
                <a:ln w="6350" cmpd="sng">
                  <a:noFill/>
                  <a:prstDash val="solid"/>
                </a:ln>
                <a:solidFill>
                  <a:srgbClr val="47FF52"/>
                </a:solidFill>
                <a:latin typeface="OPTINational-Gothic" charset="0"/>
                <a:cs typeface="OPTINational-Gothic" charset="0"/>
              </a:rPr>
              <a:t>La bellezza della ripetizione</a:t>
            </a:r>
            <a:endParaRPr lang="" altLang="en-US">
              <a:ln w="6350" cmpd="sng">
                <a:noFill/>
                <a:prstDash val="solid"/>
              </a:ln>
              <a:solidFill>
                <a:srgbClr val="47FF52"/>
              </a:solidFill>
              <a:latin typeface="OPTINational-Gothic" charset="0"/>
              <a:cs typeface="OPTINational-Gothic" charset="0"/>
            </a:endParaRPr>
          </a:p>
          <a:p>
            <a:pPr marL="285750" indent="-285750" algn="l" fontAlgn="auto">
              <a:buFont typeface="Arial" panose="02080604020202020204" pitchFamily="34" charset="0"/>
              <a:buChar char="•"/>
            </a:pPr>
            <a:r>
              <a:rPr lang="" altLang="en-US">
                <a:ln w="6350" cmpd="sng">
                  <a:noFill/>
                  <a:prstDash val="solid"/>
                </a:ln>
                <a:solidFill>
                  <a:srgbClr val="47FF52"/>
                </a:solidFill>
                <a:latin typeface="OPTINational-Gothic" charset="0"/>
                <a:cs typeface="OPTINational-Gothic" charset="0"/>
              </a:rPr>
              <a:t>La metamorfosi continua</a:t>
            </a:r>
            <a:endParaRPr lang="" altLang="en-US">
              <a:ln w="6350" cmpd="sng">
                <a:noFill/>
                <a:prstDash val="solid"/>
              </a:ln>
              <a:solidFill>
                <a:srgbClr val="47FF52"/>
              </a:solidFill>
              <a:latin typeface="OPTINational-Gothic" charset="0"/>
              <a:cs typeface="OPTINational-Gothic"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vimento"/>
          <p:cNvPicPr>
            <a:picLocks noChangeAspect="true"/>
          </p:cNvPicPr>
          <p:nvPr/>
        </p:nvPicPr>
        <p:blipFill>
          <a:blip r:embed="rId1"/>
          <a:stretch>
            <a:fillRect/>
          </a:stretch>
        </p:blipFill>
        <p:spPr>
          <a:xfrm>
            <a:off x="-246380" y="6127750"/>
            <a:ext cx="12650470" cy="974090"/>
          </a:xfrm>
          <a:prstGeom prst="rect">
            <a:avLst/>
          </a:prstGeom>
        </p:spPr>
      </p:pic>
      <p:sp>
        <p:nvSpPr>
          <p:cNvPr id="5" name="Text Box 4"/>
          <p:cNvSpPr txBox="true"/>
          <p:nvPr/>
        </p:nvSpPr>
        <p:spPr>
          <a:xfrm>
            <a:off x="4280535" y="168910"/>
            <a:ext cx="3596005" cy="706755"/>
          </a:xfrm>
          <a:prstGeom prst="rect">
            <a:avLst/>
          </a:prstGeom>
          <a:noFill/>
        </p:spPr>
        <p:txBody>
          <a:bodyPr wrap="square" rtlCol="0">
            <a:spAutoFit/>
          </a:bodyPr>
          <a:lstStyle/>
          <a:p>
            <a:r>
              <a:rPr lang="" altLang="en-US" sz="4000">
                <a:ln w="28575" cmpd="sng">
                  <a:solidFill>
                    <a:srgbClr val="47FF52"/>
                  </a:solidFill>
                  <a:prstDash val="solid"/>
                </a:ln>
                <a:solidFill>
                  <a:srgbClr val="644647"/>
                </a:solidFill>
                <a:latin typeface="OPTINational-Gothic" charset="0"/>
                <a:cs typeface="OPTINational-Gothic" charset="0"/>
              </a:rPr>
              <a:t>PERCORSO PCTO</a:t>
            </a:r>
            <a:endParaRPr lang="" altLang="en-US" sz="4000">
              <a:ln w="28575" cmpd="sng">
                <a:solidFill>
                  <a:srgbClr val="47FF52"/>
                </a:solidFill>
                <a:prstDash val="solid"/>
              </a:ln>
              <a:solidFill>
                <a:srgbClr val="644647"/>
              </a:solidFill>
              <a:latin typeface="OPTINational-Gothic" charset="0"/>
              <a:cs typeface="OPTINational-Gothic" charset="0"/>
            </a:endParaRPr>
          </a:p>
        </p:txBody>
      </p:sp>
      <p:sp>
        <p:nvSpPr>
          <p:cNvPr id="11" name="Text Box 10"/>
          <p:cNvSpPr txBox="true"/>
          <p:nvPr/>
        </p:nvSpPr>
        <p:spPr>
          <a:xfrm>
            <a:off x="162560" y="1364615"/>
            <a:ext cx="5543550" cy="2030095"/>
          </a:xfrm>
          <a:prstGeom prst="rect">
            <a:avLst/>
          </a:prstGeom>
          <a:noFill/>
        </p:spPr>
        <p:txBody>
          <a:bodyPr wrap="square" rtlCol="0">
            <a:spAutoFit/>
          </a:bodyPr>
          <a:p>
            <a:pPr algn="l" fontAlgn="auto"/>
            <a:r>
              <a:rPr lang="en-US" altLang="en-US">
                <a:ln w="6350" cmpd="sng">
                  <a:noFill/>
                  <a:prstDash val="solid"/>
                </a:ln>
                <a:solidFill>
                  <a:srgbClr val="47FF52"/>
                </a:solidFill>
                <a:latin typeface="OPTINational-Gothic" charset="0"/>
                <a:cs typeface="OPTINational-Gothic" charset="0"/>
              </a:rPr>
              <a:t>Il percorso PCTO svolto</a:t>
            </a:r>
            <a:r>
              <a:rPr lang="" altLang="en-US">
                <a:ln w="6350" cmpd="sng">
                  <a:noFill/>
                  <a:prstDash val="solid"/>
                </a:ln>
                <a:solidFill>
                  <a:srgbClr val="47FF52"/>
                </a:solidFill>
                <a:latin typeface="OPTINational-Gothic" charset="0"/>
                <a:cs typeface="OPTINational-Gothic" charset="0"/>
              </a:rPr>
              <a:t> </a:t>
            </a:r>
            <a:r>
              <a:rPr lang="en-US" altLang="en-US">
                <a:ln w="6350" cmpd="sng">
                  <a:noFill/>
                  <a:prstDash val="solid"/>
                </a:ln>
                <a:solidFill>
                  <a:srgbClr val="47FF52"/>
                </a:solidFill>
                <a:latin typeface="OPTINational-Gothic" charset="0"/>
                <a:cs typeface="OPTINational-Gothic" charset="0"/>
              </a:rPr>
              <a:t>dalla classe si fonda principalmente</a:t>
            </a:r>
            <a:endParaRPr lang="en-US" altLang="en-US">
              <a:ln w="6350" cmpd="sng">
                <a:noFill/>
                <a:prstDash val="solid"/>
              </a:ln>
              <a:solidFill>
                <a:srgbClr val="47FF52"/>
              </a:solidFill>
              <a:latin typeface="OPTINational-Gothic" charset="0"/>
              <a:cs typeface="OPTINational-Gothic" charset="0"/>
            </a:endParaRPr>
          </a:p>
          <a:p>
            <a:pPr algn="l" fontAlgn="auto"/>
            <a:r>
              <a:rPr lang="en-US" altLang="en-US">
                <a:ln w="6350" cmpd="sng">
                  <a:noFill/>
                  <a:prstDash val="solid"/>
                </a:ln>
                <a:solidFill>
                  <a:srgbClr val="47FF52"/>
                </a:solidFill>
                <a:latin typeface="OPTINational-Gothic" charset="0"/>
                <a:cs typeface="OPTINational-Gothic" charset="0"/>
              </a:rPr>
              <a:t>sullo scambio culturale con il liceo</a:t>
            </a:r>
            <a:r>
              <a:rPr lang="" altLang="en-US">
                <a:ln w="6350" cmpd="sng">
                  <a:noFill/>
                  <a:prstDash val="solid"/>
                </a:ln>
                <a:solidFill>
                  <a:srgbClr val="47FF52"/>
                </a:solidFill>
                <a:latin typeface="OPTINational-Gothic" charset="0"/>
                <a:cs typeface="OPTINational-Gothic" charset="0"/>
              </a:rPr>
              <a:t> </a:t>
            </a:r>
            <a:r>
              <a:rPr lang="en-US" altLang="en-US">
                <a:ln w="6350" cmpd="sng">
                  <a:noFill/>
                  <a:prstDash val="solid"/>
                </a:ln>
                <a:solidFill>
                  <a:srgbClr val="47FF52"/>
                </a:solidFill>
                <a:latin typeface="OPTINational-Gothic" charset="0"/>
                <a:cs typeface="OPTINational-Gothic" charset="0"/>
              </a:rPr>
              <a:t>Pujati di Sacile, attraverso sia la</a:t>
            </a:r>
            <a:r>
              <a:rPr lang="" altLang="en-US">
                <a:ln w="6350" cmpd="sng">
                  <a:noFill/>
                  <a:prstDash val="solid"/>
                </a:ln>
                <a:solidFill>
                  <a:srgbClr val="47FF52"/>
                </a:solidFill>
                <a:latin typeface="OPTINational-Gothic" charset="0"/>
                <a:cs typeface="OPTINational-Gothic" charset="0"/>
              </a:rPr>
              <a:t> </a:t>
            </a:r>
            <a:r>
              <a:rPr lang="en-US" altLang="en-US">
                <a:ln w="6350" cmpd="sng">
                  <a:noFill/>
                  <a:prstDash val="solid"/>
                </a:ln>
                <a:solidFill>
                  <a:srgbClr val="47FF52"/>
                </a:solidFill>
                <a:latin typeface="OPTINational-Gothic" charset="0"/>
                <a:cs typeface="OPTINational-Gothic" charset="0"/>
              </a:rPr>
              <a:t>piattaforma eTwinning e sia uno scambio</a:t>
            </a:r>
            <a:r>
              <a:rPr lang="" altLang="en-US">
                <a:ln w="6350" cmpd="sng">
                  <a:noFill/>
                  <a:prstDash val="solid"/>
                </a:ln>
                <a:solidFill>
                  <a:srgbClr val="47FF52"/>
                </a:solidFill>
                <a:latin typeface="OPTINational-Gothic" charset="0"/>
                <a:cs typeface="OPTINational-Gothic" charset="0"/>
              </a:rPr>
              <a:t> </a:t>
            </a:r>
            <a:r>
              <a:rPr lang="en-US" altLang="en-US">
                <a:ln w="6350" cmpd="sng">
                  <a:noFill/>
                  <a:prstDash val="solid"/>
                </a:ln>
                <a:solidFill>
                  <a:srgbClr val="47FF52"/>
                </a:solidFill>
                <a:latin typeface="OPTINational-Gothic" charset="0"/>
                <a:cs typeface="OPTINational-Gothic" charset="0"/>
              </a:rPr>
              <a:t>ravvicinato nelle nostre scuole. Il</a:t>
            </a:r>
            <a:r>
              <a:rPr lang="" altLang="en-US">
                <a:ln w="6350" cmpd="sng">
                  <a:noFill/>
                  <a:prstDash val="solid"/>
                </a:ln>
                <a:solidFill>
                  <a:srgbClr val="47FF52"/>
                </a:solidFill>
                <a:latin typeface="OPTINational-Gothic" charset="0"/>
                <a:cs typeface="OPTINational-Gothic" charset="0"/>
              </a:rPr>
              <a:t> </a:t>
            </a:r>
            <a:r>
              <a:rPr lang="en-US" altLang="en-US">
                <a:ln w="6350" cmpd="sng">
                  <a:noFill/>
                  <a:prstDash val="solid"/>
                </a:ln>
                <a:solidFill>
                  <a:srgbClr val="47FF52"/>
                </a:solidFill>
                <a:latin typeface="OPTINational-Gothic" charset="0"/>
                <a:cs typeface="OPTINational-Gothic" charset="0"/>
              </a:rPr>
              <a:t>viaggio ha compreso, oltre alla scuola,</a:t>
            </a:r>
            <a:r>
              <a:rPr lang="" altLang="en-US">
                <a:ln w="6350" cmpd="sng">
                  <a:noFill/>
                  <a:prstDash val="solid"/>
                </a:ln>
                <a:solidFill>
                  <a:srgbClr val="47FF52"/>
                </a:solidFill>
                <a:latin typeface="OPTINational-Gothic" charset="0"/>
                <a:cs typeface="OPTINational-Gothic" charset="0"/>
              </a:rPr>
              <a:t> </a:t>
            </a:r>
            <a:r>
              <a:rPr lang="en-US" altLang="en-US">
                <a:ln w="6350" cmpd="sng">
                  <a:noFill/>
                  <a:prstDash val="solid"/>
                </a:ln>
                <a:solidFill>
                  <a:srgbClr val="47FF52"/>
                </a:solidFill>
                <a:latin typeface="OPTINational-Gothic" charset="0"/>
                <a:cs typeface="OPTINational-Gothic" charset="0"/>
              </a:rPr>
              <a:t>anche la visita dei territori circostanti</a:t>
            </a:r>
            <a:r>
              <a:rPr lang="" altLang="en-US">
                <a:ln w="6350" cmpd="sng">
                  <a:noFill/>
                  <a:prstDash val="solid"/>
                </a:ln>
                <a:solidFill>
                  <a:srgbClr val="47FF52"/>
                </a:solidFill>
                <a:latin typeface="OPTINational-Gothic" charset="0"/>
                <a:cs typeface="OPTINational-Gothic" charset="0"/>
              </a:rPr>
              <a:t> </a:t>
            </a:r>
            <a:r>
              <a:rPr lang="en-US" altLang="en-US">
                <a:ln w="6350" cmpd="sng">
                  <a:noFill/>
                  <a:prstDash val="solid"/>
                </a:ln>
                <a:solidFill>
                  <a:srgbClr val="47FF52"/>
                </a:solidFill>
                <a:latin typeface="OPTINational-Gothic" charset="0"/>
                <a:cs typeface="OPTINational-Gothic" charset="0"/>
              </a:rPr>
              <a:t>come Venezia e</a:t>
            </a:r>
            <a:r>
              <a:rPr lang="" altLang="en-US">
                <a:ln w="6350" cmpd="sng">
                  <a:noFill/>
                  <a:prstDash val="solid"/>
                </a:ln>
                <a:solidFill>
                  <a:srgbClr val="47FF52"/>
                </a:solidFill>
                <a:latin typeface="OPTINational-Gothic" charset="0"/>
                <a:cs typeface="OPTINational-Gothic" charset="0"/>
              </a:rPr>
              <a:t> </a:t>
            </a:r>
            <a:r>
              <a:rPr lang="en-US" altLang="en-US">
                <a:ln w="6350" cmpd="sng">
                  <a:noFill/>
                  <a:prstDash val="solid"/>
                </a:ln>
                <a:solidFill>
                  <a:srgbClr val="47FF52"/>
                </a:solidFill>
                <a:latin typeface="OPTINational-Gothic" charset="0"/>
                <a:cs typeface="OPTINational-Gothic" charset="0"/>
              </a:rPr>
              <a:t>Pordenone, ma anche </a:t>
            </a:r>
            <a:r>
              <a:rPr lang="" altLang="en-US">
                <a:ln w="6350" cmpd="sng">
                  <a:noFill/>
                  <a:prstDash val="solid"/>
                </a:ln>
                <a:solidFill>
                  <a:srgbClr val="47FF52"/>
                </a:solidFill>
                <a:latin typeface="OPTINational-Gothic" charset="0"/>
                <a:cs typeface="OPTINational-Gothic" charset="0"/>
              </a:rPr>
              <a:t> </a:t>
            </a:r>
            <a:r>
              <a:rPr lang="en-US" altLang="en-US">
                <a:ln w="6350" cmpd="sng">
                  <a:noFill/>
                  <a:prstDash val="solid"/>
                </a:ln>
                <a:solidFill>
                  <a:srgbClr val="47FF52"/>
                </a:solidFill>
                <a:latin typeface="OPTINational-Gothic" charset="0"/>
                <a:cs typeface="OPTINational-Gothic" charset="0"/>
              </a:rPr>
              <a:t>alcune industrie storiche del posto,</a:t>
            </a:r>
            <a:r>
              <a:rPr lang="" altLang="en-US">
                <a:ln w="6350" cmpd="sng">
                  <a:noFill/>
                  <a:prstDash val="solid"/>
                </a:ln>
                <a:solidFill>
                  <a:srgbClr val="47FF52"/>
                </a:solidFill>
                <a:latin typeface="OPTINational-Gothic" charset="0"/>
                <a:cs typeface="OPTINational-Gothic" charset="0"/>
              </a:rPr>
              <a:t> </a:t>
            </a:r>
            <a:r>
              <a:rPr lang="en-US" altLang="en-US">
                <a:ln w="6350" cmpd="sng">
                  <a:noFill/>
                  <a:prstDash val="solid"/>
                </a:ln>
                <a:solidFill>
                  <a:srgbClr val="47FF52"/>
                </a:solidFill>
                <a:latin typeface="OPTINational-Gothic" charset="0"/>
                <a:cs typeface="OPTINational-Gothic" charset="0"/>
              </a:rPr>
              <a:t>come la ben nota produttrice di</a:t>
            </a:r>
            <a:r>
              <a:rPr lang="" altLang="en-US">
                <a:ln w="6350" cmpd="sng">
                  <a:noFill/>
                  <a:prstDash val="solid"/>
                </a:ln>
                <a:solidFill>
                  <a:srgbClr val="47FF52"/>
                </a:solidFill>
                <a:latin typeface="OPTINational-Gothic" charset="0"/>
                <a:cs typeface="OPTINational-Gothic" charset="0"/>
              </a:rPr>
              <a:t> </a:t>
            </a:r>
            <a:r>
              <a:rPr lang="en-US" altLang="en-US">
                <a:ln w="6350" cmpd="sng">
                  <a:noFill/>
                  <a:prstDash val="solid"/>
                </a:ln>
                <a:solidFill>
                  <a:srgbClr val="47FF52"/>
                </a:solidFill>
                <a:latin typeface="OPTINational-Gothic" charset="0"/>
                <a:cs typeface="OPTINational-Gothic" charset="0"/>
              </a:rPr>
              <a:t>pianoforti Fazioli.</a:t>
            </a:r>
            <a:endParaRPr lang="en-US" altLang="en-US">
              <a:ln w="6350" cmpd="sng">
                <a:noFill/>
                <a:prstDash val="solid"/>
              </a:ln>
              <a:solidFill>
                <a:srgbClr val="47FF52"/>
              </a:solidFill>
              <a:latin typeface="OPTINational-Gothic" charset="0"/>
              <a:cs typeface="OPTINational-Gothic" charset="0"/>
            </a:endParaRPr>
          </a:p>
        </p:txBody>
      </p:sp>
      <p:pic>
        <p:nvPicPr>
          <p:cNvPr id="3" name="Picture 2" descr="fazioli1"/>
          <p:cNvPicPr>
            <a:picLocks noChangeAspect="true"/>
          </p:cNvPicPr>
          <p:nvPr/>
        </p:nvPicPr>
        <p:blipFill>
          <a:blip r:embed="rId2"/>
          <a:stretch>
            <a:fillRect/>
          </a:stretch>
        </p:blipFill>
        <p:spPr>
          <a:xfrm>
            <a:off x="939165" y="3475990"/>
            <a:ext cx="2837180" cy="2754630"/>
          </a:xfrm>
          <a:prstGeom prst="rect">
            <a:avLst/>
          </a:prstGeom>
        </p:spPr>
      </p:pic>
      <p:pic>
        <p:nvPicPr>
          <p:cNvPr id="4" name="Picture 3" descr="fazioli2"/>
          <p:cNvPicPr>
            <a:picLocks noChangeAspect="true"/>
          </p:cNvPicPr>
          <p:nvPr/>
        </p:nvPicPr>
        <p:blipFill>
          <a:blip r:embed="rId3"/>
          <a:stretch>
            <a:fillRect/>
          </a:stretch>
        </p:blipFill>
        <p:spPr>
          <a:xfrm>
            <a:off x="4394835" y="3575685"/>
            <a:ext cx="7586345" cy="2654935"/>
          </a:xfrm>
          <a:prstGeom prst="rect">
            <a:avLst/>
          </a:prstGeom>
        </p:spPr>
      </p:pic>
      <p:pic>
        <p:nvPicPr>
          <p:cNvPr id="6" name="Picture 5" descr="fazioli3"/>
          <p:cNvPicPr>
            <a:picLocks noChangeAspect="true"/>
          </p:cNvPicPr>
          <p:nvPr/>
        </p:nvPicPr>
        <p:blipFill>
          <a:blip r:embed="rId4"/>
          <a:stretch>
            <a:fillRect/>
          </a:stretch>
        </p:blipFill>
        <p:spPr>
          <a:xfrm>
            <a:off x="5706110" y="1198245"/>
            <a:ext cx="6275070" cy="21964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7822</Words>
  <Application>WPS Presentation</Application>
  <PresentationFormat>Widescreen</PresentationFormat>
  <Paragraphs>236</Paragraphs>
  <Slides>23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23</vt:i4>
      </vt:variant>
    </vt:vector>
  </HeadingPairs>
  <TitlesOfParts>
    <vt:vector size="36" baseType="lpstr">
      <vt:lpstr>Arial</vt:lpstr>
      <vt:lpstr>SimSun</vt:lpstr>
      <vt:lpstr>Wingdings</vt:lpstr>
      <vt:lpstr>Nimbus Roman No9 L</vt:lpstr>
      <vt:lpstr>OPTINational-Gothic</vt:lpstr>
      <vt:lpstr>微软雅黑</vt:lpstr>
      <vt:lpstr>Droid Sans Fallback</vt:lpstr>
      <vt:lpstr>Arial Unicode MS</vt:lpstr>
      <vt:lpstr>Arial Black</vt:lpstr>
      <vt:lpstr>SimSun</vt:lpstr>
      <vt:lpstr>C059</vt:lpstr>
      <vt:lpstr>Standard Symbols PS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stanman</dc:creator>
  <cp:lastModifiedBy>stanman</cp:lastModifiedBy>
  <cp:revision>28</cp:revision>
  <dcterms:created xsi:type="dcterms:W3CDTF">2021-06-13T11:52:08Z</dcterms:created>
  <dcterms:modified xsi:type="dcterms:W3CDTF">2021-06-13T11:52:08Z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1033-11.1.0.10161</vt:lpwstr>
  </property>
</Properties>
</file>