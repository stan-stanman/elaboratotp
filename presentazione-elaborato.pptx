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6" r:id="rId3"/>
    <p:sldId id="257" r:id="rId4"/>
    <p:sldId id="258" r:id="rId5"/>
    <p:sldId id="259" r:id="rId6"/>
    <p:sldId id="261" r:id="rId7"/>
    <p:sldId id="276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FF52"/>
    <a:srgbClr val="FF400D"/>
    <a:srgbClr val="800000"/>
    <a:srgbClr val="8E2100"/>
    <a:srgbClr val="644647"/>
    <a:srgbClr val="1C6420"/>
    <a:srgbClr val="271B1C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18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handoutMaster" Target="handoutMasters/handoutMaster1.xml"/><Relationship Id="rId24" Type="http://schemas.openxmlformats.org/officeDocument/2006/relationships/notesMaster" Target="notesMasters/notesMaster1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E40EF7-4FDB-46DC-AD5C-7AA9927BCDC4}" type="doc">
      <dgm:prSet loTypeId="process" loCatId="process" qsTypeId="urn:microsoft.com/office/officeart/2005/8/quickstyle/simple2" qsCatId="simple" csTypeId="urn:microsoft.com/office/officeart/2005/8/colors/accent6_1" csCatId="accent1" phldr="false"/>
      <dgm:spPr/>
      <dgm:t>
        <a:bodyPr/>
        <a:p>
          <a:endParaRPr lang="en-US"/>
        </a:p>
      </dgm:t>
    </dgm:pt>
    <dgm:pt modelId="{79A907BE-6A57-46F9-949B-2F83975E5013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cap="all">
              <a:uFillTx/>
            </a:rPr>
            <a:t>Osservazione</a:t>
          </a:r>
          <a:r>
            <a:rPr lang="en-US" altLang="en-US" cap="all">
              <a:uFillTx/>
            </a:rPr>
            <a:t/>
          </a:r>
          <a:endParaRPr lang="en-US" altLang="en-US" cap="all">
            <a:uFillTx/>
          </a:endParaRPr>
        </a:p>
      </dgm:t>
    </dgm:pt>
    <dgm:pt modelId="{27508ADE-09B9-4692-B3B1-997C0A038367}" cxnId="{2C8D89BD-E59B-4414-8B24-7BBA3B03E0DC}" type="parTrans">
      <dgm:prSet/>
      <dgm:spPr/>
      <dgm:t>
        <a:bodyPr/>
        <a:p>
          <a:endParaRPr lang="en-US"/>
        </a:p>
      </dgm:t>
    </dgm:pt>
    <dgm:pt modelId="{6E764295-1C97-4A8A-BB23-8F6587B65D20}" cxnId="{2C8D89BD-E59B-4414-8B24-7BBA3B03E0DC}" type="sibTrans">
      <dgm:prSet/>
      <dgm:spPr/>
      <dgm:t>
        <a:bodyPr/>
        <a:p>
          <a:endParaRPr lang="en-US"/>
        </a:p>
      </dgm:t>
    </dgm:pt>
    <dgm:pt modelId="{047E9EF6-99D9-47D4-8421-7851F36A512F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Individuazione del problema</a:t>
          </a:r>
          <a:r>
            <a:rPr lang="en-US" altLang="en-US"/>
            <a:t/>
          </a:r>
          <a:endParaRPr lang="en-US" altLang="en-US"/>
        </a:p>
      </dgm:t>
    </dgm:pt>
    <dgm:pt modelId="{2AC7BC3F-1829-4928-9FDD-1BD085861192}" cxnId="{EB280F5E-EE85-4BAC-A296-B994C0FFB6A1}" type="parTrans">
      <dgm:prSet/>
      <dgm:spPr/>
      <dgm:t>
        <a:bodyPr/>
        <a:p>
          <a:endParaRPr lang="en-US"/>
        </a:p>
      </dgm:t>
    </dgm:pt>
    <dgm:pt modelId="{B3A60D08-4CF1-4AD3-A554-8DA1472F6362}" cxnId="{EB280F5E-EE85-4BAC-A296-B994C0FFB6A1}" type="sibTrans">
      <dgm:prSet/>
      <dgm:spPr/>
      <dgm:t>
        <a:bodyPr/>
        <a:p>
          <a:endParaRPr lang="en-US"/>
        </a:p>
      </dgm:t>
    </dgm:pt>
    <dgm:pt modelId="{9B99C3CE-0550-4254-B164-BB9424E18E56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Documentazione</a:t>
          </a:r>
          <a:r>
            <a:rPr lang="en-US" altLang="en-US"/>
            <a:t/>
          </a:r>
          <a:endParaRPr lang="en-US" altLang="en-US"/>
        </a:p>
      </dgm:t>
    </dgm:pt>
    <dgm:pt modelId="{CF18C7ED-262E-47EB-A8BC-BC18A4B2756C}" cxnId="{700F5984-0F48-4168-9326-A096CC609B76}" type="parTrans">
      <dgm:prSet/>
      <dgm:spPr/>
      <dgm:t>
        <a:bodyPr/>
        <a:p>
          <a:endParaRPr lang="en-US"/>
        </a:p>
      </dgm:t>
    </dgm:pt>
    <dgm:pt modelId="{C20DFEDB-A5DA-48B1-860C-C64E9FB9889D}" cxnId="{700F5984-0F48-4168-9326-A096CC609B76}" type="sibTrans">
      <dgm:prSet/>
      <dgm:spPr/>
      <dgm:t>
        <a:bodyPr/>
        <a:p>
          <a:endParaRPr lang="en-US"/>
        </a:p>
      </dgm:t>
    </dgm:pt>
    <dgm:pt modelId="{4DBF9FC0-7F11-49D1-A13A-F9EF16035E78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Formulazione dell’ipotesi</a:t>
          </a:r>
          <a:endParaRPr lang="en-US" altLang="en-US"/>
        </a:p>
      </dgm:t>
    </dgm:pt>
    <dgm:pt modelId="{716438C4-1259-4C94-B7A8-3756D5685E48}" cxnId="{551AA8AF-4A93-4C7B-9822-042263F60660}" type="parTrans">
      <dgm:prSet/>
      <dgm:spPr/>
      <dgm:t>
        <a:bodyPr/>
        <a:p>
          <a:endParaRPr lang="en-US"/>
        </a:p>
      </dgm:t>
    </dgm:pt>
    <dgm:pt modelId="{627790A7-E5AF-4DEF-9847-DE068ABD657B}" cxnId="{551AA8AF-4A93-4C7B-9822-042263F60660}" type="sibTrans">
      <dgm:prSet/>
      <dgm:spPr/>
      <dgm:t>
        <a:bodyPr/>
        <a:p>
          <a:endParaRPr lang="en-US"/>
        </a:p>
      </dgm:t>
    </dgm:pt>
    <dgm:pt modelId="{3B57DE3A-D0CA-4A4A-A50B-01FBE031AA69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Verifica sperimentale</a:t>
          </a:r>
          <a:endParaRPr lang="en-US" altLang="en-US"/>
        </a:p>
      </dgm:t>
    </dgm:pt>
    <dgm:pt modelId="{98FA3677-4FAE-4C5E-B3CE-CF3B6D80F4A1}" cxnId="{849CC6C0-17F5-422D-8068-606495A4D1CE}" type="parTrans">
      <dgm:prSet/>
      <dgm:spPr/>
      <dgm:t>
        <a:bodyPr/>
        <a:p>
          <a:endParaRPr lang="en-US"/>
        </a:p>
      </dgm:t>
    </dgm:pt>
    <dgm:pt modelId="{D4875198-FB6C-46A1-9EC3-6A21426D178B}" cxnId="{849CC6C0-17F5-422D-8068-606495A4D1CE}" type="sibTrans">
      <dgm:prSet/>
      <dgm:spPr/>
      <dgm:t>
        <a:bodyPr/>
        <a:p>
          <a:endParaRPr lang="en-US"/>
        </a:p>
      </dgm:t>
    </dgm:pt>
    <dgm:pt modelId="{35D741BB-77C5-49F1-844D-6D9105C84015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Analisi dei dati</a:t>
          </a:r>
          <a:endParaRPr lang="en-US"/>
        </a:p>
      </dgm:t>
    </dgm:pt>
    <dgm:pt modelId="{33D4312F-F820-4195-A2D5-6AEA8F459136}" cxnId="{59D37CAD-1177-4C0E-B59E-DFE527BF5D07}" type="parTrans">
      <dgm:prSet/>
      <dgm:spPr/>
    </dgm:pt>
    <dgm:pt modelId="{8AAF24B2-DCD8-49F5-B32A-E5896BB6673B}" cxnId="{59D37CAD-1177-4C0E-B59E-DFE527BF5D07}" type="sibTrans">
      <dgm:prSet/>
      <dgm:spPr/>
    </dgm:pt>
    <dgm:pt modelId="{0CBCCB41-4C6E-46D9-9AF7-878DCABCD693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Ipotesi confermata</a:t>
          </a:r>
          <a:endParaRPr lang="en-US"/>
        </a:p>
      </dgm:t>
    </dgm:pt>
    <dgm:pt modelId="{13CA5603-C15B-4BC2-846F-2A9C570D98EA}" cxnId="{9C14E2BA-FC73-4EB0-AA81-D6579F413EC6}" type="parTrans">
      <dgm:prSet/>
      <dgm:spPr/>
    </dgm:pt>
    <dgm:pt modelId="{21861301-58AD-42B8-B900-8AD351B4E506}" cxnId="{9C14E2BA-FC73-4EB0-AA81-D6579F413EC6}" type="sibTrans">
      <dgm:prSet/>
      <dgm:spPr/>
    </dgm:pt>
    <dgm:pt modelId="{B064E4B4-A932-4043-89FB-F01D06BADBCD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Comunicazione dei risultati</a:t>
          </a:r>
          <a:endParaRPr lang="en-US"/>
        </a:p>
      </dgm:t>
    </dgm:pt>
    <dgm:pt modelId="{E225B113-D57E-4E49-8511-231E27AB1E97}" cxnId="{FD79F4A0-0842-4529-B987-09FE0D371FB4}" type="parTrans">
      <dgm:prSet/>
      <dgm:spPr/>
    </dgm:pt>
    <dgm:pt modelId="{87224BD6-8B6A-4332-8A32-C10B20A8B3FA}" cxnId="{FD79F4A0-0842-4529-B987-09FE0D371FB4}" type="sibTrans">
      <dgm:prSet/>
      <dgm:spPr/>
    </dgm:pt>
    <dgm:pt modelId="{E039BAFA-2E94-4454-BD39-E719F745DFD2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Ricerche e verifiche ulteriori</a:t>
          </a:r>
          <a:endParaRPr lang="en-US"/>
        </a:p>
      </dgm:t>
    </dgm:pt>
    <dgm:pt modelId="{5BAA3B82-568B-45D6-B99E-62F1B6CC7763}" cxnId="{487CF02D-7CE3-4CF6-905F-487292164C86}" type="parTrans">
      <dgm:prSet/>
      <dgm:spPr/>
    </dgm:pt>
    <dgm:pt modelId="{7D58E61C-4C21-4EF8-A4A6-CE9F1EA7F074}" cxnId="{487CF02D-7CE3-4CF6-905F-487292164C86}" type="sibTrans">
      <dgm:prSet/>
      <dgm:spPr/>
    </dgm:pt>
    <dgm:pt modelId="{528A2CAA-AD05-47AF-9747-E266F390039B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cap="all">
              <a:uFillTx/>
            </a:rPr>
            <a:t>Formulazione della legge</a:t>
          </a:r>
          <a:r>
            <a:rPr lang="en-US" cap="all">
              <a:uFillTx/>
            </a:rPr>
            <a:t/>
          </a:r>
          <a:endParaRPr lang="en-US" cap="all">
            <a:uFillTx/>
          </a:endParaRPr>
        </a:p>
      </dgm:t>
    </dgm:pt>
    <dgm:pt modelId="{7BBE736D-581B-4263-A589-6BC58CEB79A4}" cxnId="{3561C6DB-4FEC-454E-BD5A-0CC9C0D9F7CA}" type="parTrans">
      <dgm:prSet/>
      <dgm:spPr/>
    </dgm:pt>
    <dgm:pt modelId="{FF482F08-D34D-4229-B509-0FBCB03C4E9E}" cxnId="{3561C6DB-4FEC-454E-BD5A-0CC9C0D9F7CA}" type="sibTrans">
      <dgm:prSet/>
      <dgm:spPr/>
    </dgm:pt>
    <dgm:pt modelId="{1623B4C5-2499-4637-B07C-6AE8AE2BD718}" type="pres">
      <dgm:prSet presAssocID="{4BE40EF7-4FDB-46DC-AD5C-7AA9927BCDC4}" presName="Name0" presStyleCnt="0">
        <dgm:presLayoutVars>
          <dgm:dir/>
          <dgm:resizeHandles val="exact"/>
        </dgm:presLayoutVars>
      </dgm:prSet>
      <dgm:spPr/>
    </dgm:pt>
    <dgm:pt modelId="{2FBE2C1E-1D94-400F-A227-985D4DA10085}" type="pres">
      <dgm:prSet presAssocID="{79A907BE-6A57-46F9-949B-2F83975E5013}" presName="node" presStyleLbl="node1" presStyleIdx="0" presStyleCnt="10">
        <dgm:presLayoutVars>
          <dgm:bulletEnabled val="true"/>
        </dgm:presLayoutVars>
      </dgm:prSet>
      <dgm:spPr/>
    </dgm:pt>
    <dgm:pt modelId="{9F73252C-5345-45F1-A6FA-69E44781CCB0}" type="pres">
      <dgm:prSet presAssocID="{6E764295-1C97-4A8A-BB23-8F6587B65D20}" presName="sibTrans" presStyleLbl="sibTrans1D1" presStyleIdx="0" presStyleCnt="9"/>
      <dgm:spPr/>
    </dgm:pt>
    <dgm:pt modelId="{0A91809B-8299-4CB8-B3C9-28D901126CE1}" type="pres">
      <dgm:prSet presAssocID="{6E764295-1C97-4A8A-BB23-8F6587B65D20}" presName="connectorText" presStyleCnt="0"/>
      <dgm:spPr/>
    </dgm:pt>
    <dgm:pt modelId="{0482690C-586E-41D6-8B40-4CA7581A9CE9}" type="pres">
      <dgm:prSet presAssocID="{047E9EF6-99D9-47D4-8421-7851F36A512F}" presName="node" presStyleLbl="node1" presStyleIdx="1" presStyleCnt="10">
        <dgm:presLayoutVars>
          <dgm:bulletEnabled val="true"/>
        </dgm:presLayoutVars>
      </dgm:prSet>
      <dgm:spPr/>
    </dgm:pt>
    <dgm:pt modelId="{EBB69596-36AB-40F1-91C5-FC3350A00067}" type="pres">
      <dgm:prSet presAssocID="{B3A60D08-4CF1-4AD3-A554-8DA1472F6362}" presName="sibTrans" presStyleLbl="sibTrans1D1" presStyleIdx="1" presStyleCnt="9"/>
      <dgm:spPr/>
    </dgm:pt>
    <dgm:pt modelId="{9F0FF7A9-40E9-4C02-BFFF-6F0641C2389B}" type="pres">
      <dgm:prSet presAssocID="{B3A60D08-4CF1-4AD3-A554-8DA1472F6362}" presName="connectorText" presStyleCnt="0"/>
      <dgm:spPr/>
    </dgm:pt>
    <dgm:pt modelId="{E5145E43-B450-47CE-B1E5-1482BCF4071D}" type="pres">
      <dgm:prSet presAssocID="{9B99C3CE-0550-4254-B164-BB9424E18E56}" presName="node" presStyleLbl="node1" presStyleIdx="2" presStyleCnt="10">
        <dgm:presLayoutVars>
          <dgm:bulletEnabled val="true"/>
        </dgm:presLayoutVars>
      </dgm:prSet>
      <dgm:spPr/>
    </dgm:pt>
    <dgm:pt modelId="{31F3FE5F-74B2-48F8-89DC-AE29DBB498B0}" type="pres">
      <dgm:prSet presAssocID="{C20DFEDB-A5DA-48B1-860C-C64E9FB9889D}" presName="sibTrans" presStyleLbl="sibTrans1D1" presStyleIdx="2" presStyleCnt="9"/>
      <dgm:spPr/>
    </dgm:pt>
    <dgm:pt modelId="{EF27A438-6BA1-43B2-9139-DBAF3CBBEF89}" type="pres">
      <dgm:prSet presAssocID="{C20DFEDB-A5DA-48B1-860C-C64E9FB9889D}" presName="connectorText" presStyleCnt="0"/>
      <dgm:spPr/>
    </dgm:pt>
    <dgm:pt modelId="{13492D71-E670-42C9-A619-1DE9B5F887F1}" type="pres">
      <dgm:prSet presAssocID="{4DBF9FC0-7F11-49D1-A13A-F9EF16035E78}" presName="node" presStyleLbl="node1" presStyleIdx="3" presStyleCnt="10">
        <dgm:presLayoutVars>
          <dgm:bulletEnabled val="true"/>
        </dgm:presLayoutVars>
      </dgm:prSet>
      <dgm:spPr/>
    </dgm:pt>
    <dgm:pt modelId="{8C52703D-FEAE-4AA9-949F-F5EC21A49406}" type="pres">
      <dgm:prSet presAssocID="{627790A7-E5AF-4DEF-9847-DE068ABD657B}" presName="sibTrans" presStyleLbl="sibTrans1D1" presStyleIdx="3" presStyleCnt="9"/>
      <dgm:spPr/>
    </dgm:pt>
    <dgm:pt modelId="{25682F77-3616-4F0B-8522-3E0CC5E8212D}" type="pres">
      <dgm:prSet presAssocID="{627790A7-E5AF-4DEF-9847-DE068ABD657B}" presName="connectorText" presStyleCnt="0"/>
      <dgm:spPr/>
    </dgm:pt>
    <dgm:pt modelId="{F80816D7-392E-4741-B9A3-C73586F7EC67}" type="pres">
      <dgm:prSet presAssocID="{3B57DE3A-D0CA-4A4A-A50B-01FBE031AA69}" presName="node" presStyleLbl="node1" presStyleIdx="4" presStyleCnt="10">
        <dgm:presLayoutVars>
          <dgm:bulletEnabled val="true"/>
        </dgm:presLayoutVars>
      </dgm:prSet>
      <dgm:spPr/>
    </dgm:pt>
    <dgm:pt modelId="{3D35D559-FC15-4723-8F76-803A74E52A30}" type="pres">
      <dgm:prSet presAssocID="{D4875198-FB6C-46A1-9EC3-6A21426D178B}" presName="sibTrans" presStyleLbl="sibTrans1D1" presStyleIdx="4" presStyleCnt="9"/>
      <dgm:spPr/>
    </dgm:pt>
    <dgm:pt modelId="{3057F46B-8FE8-4F2A-9C39-D9BB70E16CC4}" type="pres">
      <dgm:prSet presAssocID="{D4875198-FB6C-46A1-9EC3-6A21426D178B}" presName="connectorText" presStyleCnt="0"/>
      <dgm:spPr/>
    </dgm:pt>
    <dgm:pt modelId="{FBA0A77B-8352-4C42-B7D5-7C83363A7874}" type="pres">
      <dgm:prSet presAssocID="{35D741BB-77C5-49F1-844D-6D9105C84015}" presName="node" presStyleLbl="node1" presStyleIdx="5" presStyleCnt="10">
        <dgm:presLayoutVars>
          <dgm:bulletEnabled val="true"/>
        </dgm:presLayoutVars>
      </dgm:prSet>
      <dgm:spPr/>
    </dgm:pt>
    <dgm:pt modelId="{AF0F3B5A-6BF1-4C0D-ACE3-FC3229887631}" type="pres">
      <dgm:prSet presAssocID="{8AAF24B2-DCD8-49F5-B32A-E5896BB6673B}" presName="sibTrans" presStyleLbl="sibTrans1D1" presStyleIdx="5" presStyleCnt="9"/>
      <dgm:spPr/>
    </dgm:pt>
    <dgm:pt modelId="{E6FC4B6E-D89F-427D-9D2B-82937C0C44CB}" type="pres">
      <dgm:prSet presAssocID="{8AAF24B2-DCD8-49F5-B32A-E5896BB6673B}" presName="connectorText" presStyleCnt="0"/>
      <dgm:spPr/>
    </dgm:pt>
    <dgm:pt modelId="{073A29C7-3BC3-42A7-AA3F-6B8157543E42}" type="pres">
      <dgm:prSet presAssocID="{0CBCCB41-4C6E-46D9-9AF7-878DCABCD693}" presName="node" presStyleLbl="node1" presStyleIdx="6" presStyleCnt="10">
        <dgm:presLayoutVars>
          <dgm:bulletEnabled val="true"/>
        </dgm:presLayoutVars>
      </dgm:prSet>
      <dgm:spPr/>
    </dgm:pt>
    <dgm:pt modelId="{54CDD26F-E6A2-4870-924B-05FF04E085DB}" type="pres">
      <dgm:prSet presAssocID="{21861301-58AD-42B8-B900-8AD351B4E506}" presName="sibTrans" presStyleLbl="sibTrans1D1" presStyleIdx="6" presStyleCnt="9"/>
      <dgm:spPr/>
    </dgm:pt>
    <dgm:pt modelId="{6C27CAF1-3033-404D-B882-95D8BC58DF2D}" type="pres">
      <dgm:prSet presAssocID="{21861301-58AD-42B8-B900-8AD351B4E506}" presName="connectorText" presStyleCnt="0"/>
      <dgm:spPr/>
    </dgm:pt>
    <dgm:pt modelId="{7B777F2E-D527-4A8C-B26F-6E19ADC1AD96}" type="pres">
      <dgm:prSet presAssocID="{B064E4B4-A932-4043-89FB-F01D06BADBCD}" presName="node" presStyleLbl="node1" presStyleIdx="7" presStyleCnt="10">
        <dgm:presLayoutVars>
          <dgm:bulletEnabled val="true"/>
        </dgm:presLayoutVars>
      </dgm:prSet>
      <dgm:spPr/>
    </dgm:pt>
    <dgm:pt modelId="{2CDEA325-E5C0-43C8-BD90-51BC76F2EA8B}" type="pres">
      <dgm:prSet presAssocID="{87224BD6-8B6A-4332-8A32-C10B20A8B3FA}" presName="sibTrans" presStyleLbl="sibTrans1D1" presStyleIdx="7" presStyleCnt="9"/>
      <dgm:spPr/>
    </dgm:pt>
    <dgm:pt modelId="{8A3BA126-A69D-46AE-BFC5-B9721275CE59}" type="pres">
      <dgm:prSet presAssocID="{87224BD6-8B6A-4332-8A32-C10B20A8B3FA}" presName="connectorText" presStyleCnt="0"/>
      <dgm:spPr/>
    </dgm:pt>
    <dgm:pt modelId="{9A9EA554-7DA0-401D-AEA2-6155D0FA75D9}" type="pres">
      <dgm:prSet presAssocID="{E039BAFA-2E94-4454-BD39-E719F745DFD2}" presName="node" presStyleLbl="node1" presStyleIdx="8" presStyleCnt="10">
        <dgm:presLayoutVars>
          <dgm:bulletEnabled val="true"/>
        </dgm:presLayoutVars>
      </dgm:prSet>
      <dgm:spPr/>
    </dgm:pt>
    <dgm:pt modelId="{87A2B6C2-D221-4807-B0CE-037D50AF34AD}" type="pres">
      <dgm:prSet presAssocID="{7D58E61C-4C21-4EF8-A4A6-CE9F1EA7F074}" presName="sibTrans" presStyleLbl="sibTrans1D1" presStyleIdx="8" presStyleCnt="9"/>
      <dgm:spPr/>
    </dgm:pt>
    <dgm:pt modelId="{3C6AC5CE-4067-41EE-8E93-71E8FDCD9B41}" type="pres">
      <dgm:prSet presAssocID="{7D58E61C-4C21-4EF8-A4A6-CE9F1EA7F074}" presName="connectorText" presStyleCnt="0"/>
      <dgm:spPr/>
    </dgm:pt>
    <dgm:pt modelId="{657023FC-9007-4B07-A54B-73FC1F99DD9A}" type="pres">
      <dgm:prSet presAssocID="{528A2CAA-AD05-47AF-9747-E266F390039B}" presName="node" presStyleLbl="node1" presStyleIdx="9" presStyleCnt="10">
        <dgm:presLayoutVars>
          <dgm:bulletEnabled val="true"/>
        </dgm:presLayoutVars>
      </dgm:prSet>
      <dgm:spPr/>
    </dgm:pt>
  </dgm:ptLst>
  <dgm:cxnLst>
    <dgm:cxn modelId="{2C8D89BD-E59B-4414-8B24-7BBA3B03E0DC}" srcId="{4BE40EF7-4FDB-46DC-AD5C-7AA9927BCDC4}" destId="{79A907BE-6A57-46F9-949B-2F83975E5013}" srcOrd="0" destOrd="0" parTransId="{27508ADE-09B9-4692-B3B1-997C0A038367}" sibTransId="{6E764295-1C97-4A8A-BB23-8F6587B65D20}"/>
    <dgm:cxn modelId="{EB280F5E-EE85-4BAC-A296-B994C0FFB6A1}" srcId="{4BE40EF7-4FDB-46DC-AD5C-7AA9927BCDC4}" destId="{047E9EF6-99D9-47D4-8421-7851F36A512F}" srcOrd="1" destOrd="0" parTransId="{2AC7BC3F-1829-4928-9FDD-1BD085861192}" sibTransId="{B3A60D08-4CF1-4AD3-A554-8DA1472F6362}"/>
    <dgm:cxn modelId="{700F5984-0F48-4168-9326-A096CC609B76}" srcId="{4BE40EF7-4FDB-46DC-AD5C-7AA9927BCDC4}" destId="{9B99C3CE-0550-4254-B164-BB9424E18E56}" srcOrd="2" destOrd="0" parTransId="{CF18C7ED-262E-47EB-A8BC-BC18A4B2756C}" sibTransId="{C20DFEDB-A5DA-48B1-860C-C64E9FB9889D}"/>
    <dgm:cxn modelId="{551AA8AF-4A93-4C7B-9822-042263F60660}" srcId="{4BE40EF7-4FDB-46DC-AD5C-7AA9927BCDC4}" destId="{4DBF9FC0-7F11-49D1-A13A-F9EF16035E78}" srcOrd="3" destOrd="0" parTransId="{716438C4-1259-4C94-B7A8-3756D5685E48}" sibTransId="{627790A7-E5AF-4DEF-9847-DE068ABD657B}"/>
    <dgm:cxn modelId="{849CC6C0-17F5-422D-8068-606495A4D1CE}" srcId="{4BE40EF7-4FDB-46DC-AD5C-7AA9927BCDC4}" destId="{3B57DE3A-D0CA-4A4A-A50B-01FBE031AA69}" srcOrd="4" destOrd="0" parTransId="{98FA3677-4FAE-4C5E-B3CE-CF3B6D80F4A1}" sibTransId="{D4875198-FB6C-46A1-9EC3-6A21426D178B}"/>
    <dgm:cxn modelId="{59D37CAD-1177-4C0E-B59E-DFE527BF5D07}" srcId="{4BE40EF7-4FDB-46DC-AD5C-7AA9927BCDC4}" destId="{35D741BB-77C5-49F1-844D-6D9105C84015}" srcOrd="5" destOrd="0" parTransId="{33D4312F-F820-4195-A2D5-6AEA8F459136}" sibTransId="{8AAF24B2-DCD8-49F5-B32A-E5896BB6673B}"/>
    <dgm:cxn modelId="{9C14E2BA-FC73-4EB0-AA81-D6579F413EC6}" srcId="{4BE40EF7-4FDB-46DC-AD5C-7AA9927BCDC4}" destId="{0CBCCB41-4C6E-46D9-9AF7-878DCABCD693}" srcOrd="6" destOrd="0" parTransId="{13CA5603-C15B-4BC2-846F-2A9C570D98EA}" sibTransId="{21861301-58AD-42B8-B900-8AD351B4E506}"/>
    <dgm:cxn modelId="{FD79F4A0-0842-4529-B987-09FE0D371FB4}" srcId="{4BE40EF7-4FDB-46DC-AD5C-7AA9927BCDC4}" destId="{B064E4B4-A932-4043-89FB-F01D06BADBCD}" srcOrd="7" destOrd="0" parTransId="{E225B113-D57E-4E49-8511-231E27AB1E97}" sibTransId="{87224BD6-8B6A-4332-8A32-C10B20A8B3FA}"/>
    <dgm:cxn modelId="{487CF02D-7CE3-4CF6-905F-487292164C86}" srcId="{4BE40EF7-4FDB-46DC-AD5C-7AA9927BCDC4}" destId="{E039BAFA-2E94-4454-BD39-E719F745DFD2}" srcOrd="8" destOrd="0" parTransId="{5BAA3B82-568B-45D6-B99E-62F1B6CC7763}" sibTransId="{7D58E61C-4C21-4EF8-A4A6-CE9F1EA7F074}"/>
    <dgm:cxn modelId="{3561C6DB-4FEC-454E-BD5A-0CC9C0D9F7CA}" srcId="{4BE40EF7-4FDB-46DC-AD5C-7AA9927BCDC4}" destId="{528A2CAA-AD05-47AF-9747-E266F390039B}" srcOrd="9" destOrd="0" parTransId="{7BBE736D-581B-4263-A589-6BC58CEB79A4}" sibTransId="{FF482F08-D34D-4229-B509-0FBCB03C4E9E}"/>
    <dgm:cxn modelId="{275BE831-AD0D-4BD8-BBCE-BFF89971F22E}" type="presOf" srcId="{4BE40EF7-4FDB-46DC-AD5C-7AA9927BCDC4}" destId="{1623B4C5-2499-4637-B07C-6AE8AE2BD718}" srcOrd="0" destOrd="0" presId="urn:microsoft.com/office/officeart/2005/8/layout/bProcess3"/>
    <dgm:cxn modelId="{89A2C3B8-0EF8-41F0-A849-5A9ACBD509E5}" type="presParOf" srcId="{1623B4C5-2499-4637-B07C-6AE8AE2BD718}" destId="{2FBE2C1E-1D94-400F-A227-985D4DA10085}" srcOrd="0" destOrd="0" presId="urn:microsoft.com/office/officeart/2005/8/layout/bProcess3"/>
    <dgm:cxn modelId="{CE36B8BD-4488-4287-B302-1C306275E4FB}" type="presOf" srcId="{79A907BE-6A57-46F9-949B-2F83975E5013}" destId="{2FBE2C1E-1D94-400F-A227-985D4DA10085}" srcOrd="0" destOrd="0" presId="urn:microsoft.com/office/officeart/2005/8/layout/bProcess3"/>
    <dgm:cxn modelId="{D3622E04-DE8F-4C52-BAED-DCDE54672384}" type="presParOf" srcId="{1623B4C5-2499-4637-B07C-6AE8AE2BD718}" destId="{9F73252C-5345-45F1-A6FA-69E44781CCB0}" srcOrd="1" destOrd="0" presId="urn:microsoft.com/office/officeart/2005/8/layout/bProcess3"/>
    <dgm:cxn modelId="{4ADD6546-C669-432B-94AD-2E021F4DB16C}" type="presOf" srcId="{6E764295-1C97-4A8A-BB23-8F6587B65D20}" destId="{9F73252C-5345-45F1-A6FA-69E44781CCB0}" srcOrd="0" destOrd="0" presId="urn:microsoft.com/office/officeart/2005/8/layout/bProcess3"/>
    <dgm:cxn modelId="{F312C004-29EC-4356-921E-6906D26EF097}" type="presParOf" srcId="{9F73252C-5345-45F1-A6FA-69E44781CCB0}" destId="{0A91809B-8299-4CB8-B3C9-28D901126CE1}" srcOrd="0" destOrd="1" presId="urn:microsoft.com/office/officeart/2005/8/layout/bProcess3"/>
    <dgm:cxn modelId="{E8D4AFD7-59E8-4760-8A5A-47174F74A17A}" type="presOf" srcId="{6E764295-1C97-4A8A-BB23-8F6587B65D20}" destId="{0A91809B-8299-4CB8-B3C9-28D901126CE1}" srcOrd="1" destOrd="0" presId="urn:microsoft.com/office/officeart/2005/8/layout/bProcess3"/>
    <dgm:cxn modelId="{FCEBE120-A4D8-4D3A-957B-AF623FF54AF1}" type="presParOf" srcId="{1623B4C5-2499-4637-B07C-6AE8AE2BD718}" destId="{0482690C-586E-41D6-8B40-4CA7581A9CE9}" srcOrd="2" destOrd="0" presId="urn:microsoft.com/office/officeart/2005/8/layout/bProcess3"/>
    <dgm:cxn modelId="{8C05D957-0722-45B3-8835-50E08251993E}" type="presOf" srcId="{047E9EF6-99D9-47D4-8421-7851F36A512F}" destId="{0482690C-586E-41D6-8B40-4CA7581A9CE9}" srcOrd="0" destOrd="0" presId="urn:microsoft.com/office/officeart/2005/8/layout/bProcess3"/>
    <dgm:cxn modelId="{435AAAC1-70B6-4E86-9F89-92198429539E}" type="presParOf" srcId="{1623B4C5-2499-4637-B07C-6AE8AE2BD718}" destId="{EBB69596-36AB-40F1-91C5-FC3350A00067}" srcOrd="3" destOrd="0" presId="urn:microsoft.com/office/officeart/2005/8/layout/bProcess3"/>
    <dgm:cxn modelId="{8D4FC6C9-00A0-4D8F-9ECE-4CBF9EE4200B}" type="presOf" srcId="{B3A60D08-4CF1-4AD3-A554-8DA1472F6362}" destId="{EBB69596-36AB-40F1-91C5-FC3350A00067}" srcOrd="0" destOrd="0" presId="urn:microsoft.com/office/officeart/2005/8/layout/bProcess3"/>
    <dgm:cxn modelId="{E38CC75D-23BC-4EE3-9262-38ED585B7C78}" type="presParOf" srcId="{EBB69596-36AB-40F1-91C5-FC3350A00067}" destId="{9F0FF7A9-40E9-4C02-BFFF-6F0641C2389B}" srcOrd="0" destOrd="3" presId="urn:microsoft.com/office/officeart/2005/8/layout/bProcess3"/>
    <dgm:cxn modelId="{2B8263EF-912E-4EC7-9ABD-ADBCE3CE9825}" type="presOf" srcId="{B3A60D08-4CF1-4AD3-A554-8DA1472F6362}" destId="{9F0FF7A9-40E9-4C02-BFFF-6F0641C2389B}" srcOrd="1" destOrd="0" presId="urn:microsoft.com/office/officeart/2005/8/layout/bProcess3"/>
    <dgm:cxn modelId="{AC712006-3D0E-460A-B6A6-DE6BF79F35CE}" type="presParOf" srcId="{1623B4C5-2499-4637-B07C-6AE8AE2BD718}" destId="{E5145E43-B450-47CE-B1E5-1482BCF4071D}" srcOrd="4" destOrd="0" presId="urn:microsoft.com/office/officeart/2005/8/layout/bProcess3"/>
    <dgm:cxn modelId="{39823F3D-D2AD-463E-8E5B-53EE28837663}" type="presOf" srcId="{9B99C3CE-0550-4254-B164-BB9424E18E56}" destId="{E5145E43-B450-47CE-B1E5-1482BCF4071D}" srcOrd="0" destOrd="0" presId="urn:microsoft.com/office/officeart/2005/8/layout/bProcess3"/>
    <dgm:cxn modelId="{B7D202CF-9994-4994-9FF3-627F791355AE}" type="presParOf" srcId="{1623B4C5-2499-4637-B07C-6AE8AE2BD718}" destId="{31F3FE5F-74B2-48F8-89DC-AE29DBB498B0}" srcOrd="5" destOrd="0" presId="urn:microsoft.com/office/officeart/2005/8/layout/bProcess3"/>
    <dgm:cxn modelId="{09D69F85-90AF-4F8C-8881-FE6F9779FB40}" type="presOf" srcId="{C20DFEDB-A5DA-48B1-860C-C64E9FB9889D}" destId="{31F3FE5F-74B2-48F8-89DC-AE29DBB498B0}" srcOrd="0" destOrd="0" presId="urn:microsoft.com/office/officeart/2005/8/layout/bProcess3"/>
    <dgm:cxn modelId="{B466427A-F3D2-4CFE-A603-C69FE608714A}" type="presParOf" srcId="{31F3FE5F-74B2-48F8-89DC-AE29DBB498B0}" destId="{EF27A438-6BA1-43B2-9139-DBAF3CBBEF89}" srcOrd="0" destOrd="5" presId="urn:microsoft.com/office/officeart/2005/8/layout/bProcess3"/>
    <dgm:cxn modelId="{8F728125-251E-451D-9ABF-3DF374B158C7}" type="presOf" srcId="{C20DFEDB-A5DA-48B1-860C-C64E9FB9889D}" destId="{EF27A438-6BA1-43B2-9139-DBAF3CBBEF89}" srcOrd="1" destOrd="0" presId="urn:microsoft.com/office/officeart/2005/8/layout/bProcess3"/>
    <dgm:cxn modelId="{555229DB-4665-4F95-80F4-87E868E2091C}" type="presParOf" srcId="{1623B4C5-2499-4637-B07C-6AE8AE2BD718}" destId="{13492D71-E670-42C9-A619-1DE9B5F887F1}" srcOrd="6" destOrd="0" presId="urn:microsoft.com/office/officeart/2005/8/layout/bProcess3"/>
    <dgm:cxn modelId="{D5F55318-2E0C-446E-8899-1D35FDBDFFBE}" type="presOf" srcId="{4DBF9FC0-7F11-49D1-A13A-F9EF16035E78}" destId="{13492D71-E670-42C9-A619-1DE9B5F887F1}" srcOrd="0" destOrd="0" presId="urn:microsoft.com/office/officeart/2005/8/layout/bProcess3"/>
    <dgm:cxn modelId="{F642FC9B-6E62-48EB-A9B4-64E69661D573}" type="presParOf" srcId="{1623B4C5-2499-4637-B07C-6AE8AE2BD718}" destId="{8C52703D-FEAE-4AA9-949F-F5EC21A49406}" srcOrd="7" destOrd="0" presId="urn:microsoft.com/office/officeart/2005/8/layout/bProcess3"/>
    <dgm:cxn modelId="{19070686-0F3E-47C8-8783-21B338E22562}" type="presOf" srcId="{627790A7-E5AF-4DEF-9847-DE068ABD657B}" destId="{8C52703D-FEAE-4AA9-949F-F5EC21A49406}" srcOrd="0" destOrd="0" presId="urn:microsoft.com/office/officeart/2005/8/layout/bProcess3"/>
    <dgm:cxn modelId="{CD50920F-BF2A-4465-93F0-9D807A00168D}" type="presParOf" srcId="{8C52703D-FEAE-4AA9-949F-F5EC21A49406}" destId="{25682F77-3616-4F0B-8522-3E0CC5E8212D}" srcOrd="0" destOrd="7" presId="urn:microsoft.com/office/officeart/2005/8/layout/bProcess3"/>
    <dgm:cxn modelId="{6CE064D4-4D53-45B0-A150-D62A91458C49}" type="presOf" srcId="{627790A7-E5AF-4DEF-9847-DE068ABD657B}" destId="{25682F77-3616-4F0B-8522-3E0CC5E8212D}" srcOrd="1" destOrd="0" presId="urn:microsoft.com/office/officeart/2005/8/layout/bProcess3"/>
    <dgm:cxn modelId="{C63C638C-2609-45A5-A26F-B83E9649CBAD}" type="presParOf" srcId="{1623B4C5-2499-4637-B07C-6AE8AE2BD718}" destId="{F80816D7-392E-4741-B9A3-C73586F7EC67}" srcOrd="8" destOrd="0" presId="urn:microsoft.com/office/officeart/2005/8/layout/bProcess3"/>
    <dgm:cxn modelId="{4AFC2151-FE04-4DFC-9600-8E34939C55C7}" type="presOf" srcId="{3B57DE3A-D0CA-4A4A-A50B-01FBE031AA69}" destId="{F80816D7-392E-4741-B9A3-C73586F7EC67}" srcOrd="0" destOrd="0" presId="urn:microsoft.com/office/officeart/2005/8/layout/bProcess3"/>
    <dgm:cxn modelId="{197D898F-83C6-4262-9016-E4D768691EFD}" type="presParOf" srcId="{1623B4C5-2499-4637-B07C-6AE8AE2BD718}" destId="{3D35D559-FC15-4723-8F76-803A74E52A30}" srcOrd="9" destOrd="0" presId="urn:microsoft.com/office/officeart/2005/8/layout/bProcess3"/>
    <dgm:cxn modelId="{4CA1D326-A755-4436-9069-875A800FB9AD}" type="presOf" srcId="{D4875198-FB6C-46A1-9EC3-6A21426D178B}" destId="{3D35D559-FC15-4723-8F76-803A74E52A30}" srcOrd="0" destOrd="0" presId="urn:microsoft.com/office/officeart/2005/8/layout/bProcess3"/>
    <dgm:cxn modelId="{01EAAE6B-010C-4248-96E5-585903777B0C}" type="presParOf" srcId="{3D35D559-FC15-4723-8F76-803A74E52A30}" destId="{3057F46B-8FE8-4F2A-9C39-D9BB70E16CC4}" srcOrd="0" destOrd="9" presId="urn:microsoft.com/office/officeart/2005/8/layout/bProcess3"/>
    <dgm:cxn modelId="{0E5E2A16-5F15-4941-B969-D4EC604A2C35}" type="presOf" srcId="{D4875198-FB6C-46A1-9EC3-6A21426D178B}" destId="{3057F46B-8FE8-4F2A-9C39-D9BB70E16CC4}" srcOrd="1" destOrd="0" presId="urn:microsoft.com/office/officeart/2005/8/layout/bProcess3"/>
    <dgm:cxn modelId="{BA61D0F6-DFCB-468C-9ADA-4DE01118676E}" type="presParOf" srcId="{1623B4C5-2499-4637-B07C-6AE8AE2BD718}" destId="{FBA0A77B-8352-4C42-B7D5-7C83363A7874}" srcOrd="10" destOrd="0" presId="urn:microsoft.com/office/officeart/2005/8/layout/bProcess3"/>
    <dgm:cxn modelId="{2FD5BD7E-7501-458F-9465-E525BC15A55B}" type="presOf" srcId="{35D741BB-77C5-49F1-844D-6D9105C84015}" destId="{FBA0A77B-8352-4C42-B7D5-7C83363A7874}" srcOrd="0" destOrd="0" presId="urn:microsoft.com/office/officeart/2005/8/layout/bProcess3"/>
    <dgm:cxn modelId="{FD222D49-F787-4BD1-91F8-4E7EF8D2C09D}" type="presParOf" srcId="{1623B4C5-2499-4637-B07C-6AE8AE2BD718}" destId="{AF0F3B5A-6BF1-4C0D-ACE3-FC3229887631}" srcOrd="11" destOrd="0" presId="urn:microsoft.com/office/officeart/2005/8/layout/bProcess3"/>
    <dgm:cxn modelId="{A5FE5CDA-2994-4E42-8BC1-DB71E3E71203}" type="presOf" srcId="{8AAF24B2-DCD8-49F5-B32A-E5896BB6673B}" destId="{AF0F3B5A-6BF1-4C0D-ACE3-FC3229887631}" srcOrd="0" destOrd="0" presId="urn:microsoft.com/office/officeart/2005/8/layout/bProcess3"/>
    <dgm:cxn modelId="{9CDD7A2D-D4E7-4864-A869-DD12D362CA88}" type="presParOf" srcId="{AF0F3B5A-6BF1-4C0D-ACE3-FC3229887631}" destId="{E6FC4B6E-D89F-427D-9D2B-82937C0C44CB}" srcOrd="0" destOrd="11" presId="urn:microsoft.com/office/officeart/2005/8/layout/bProcess3"/>
    <dgm:cxn modelId="{410BC259-748F-41A2-98A4-AFE306ABBF6F}" type="presOf" srcId="{8AAF24B2-DCD8-49F5-B32A-E5896BB6673B}" destId="{E6FC4B6E-D89F-427D-9D2B-82937C0C44CB}" srcOrd="1" destOrd="0" presId="urn:microsoft.com/office/officeart/2005/8/layout/bProcess3"/>
    <dgm:cxn modelId="{4FCC9209-CB61-45C5-863D-402A8E886651}" type="presParOf" srcId="{1623B4C5-2499-4637-B07C-6AE8AE2BD718}" destId="{073A29C7-3BC3-42A7-AA3F-6B8157543E42}" srcOrd="12" destOrd="0" presId="urn:microsoft.com/office/officeart/2005/8/layout/bProcess3"/>
    <dgm:cxn modelId="{C4FBB814-1062-4C63-99BE-816BF849C5EF}" type="presOf" srcId="{0CBCCB41-4C6E-46D9-9AF7-878DCABCD693}" destId="{073A29C7-3BC3-42A7-AA3F-6B8157543E42}" srcOrd="0" destOrd="0" presId="urn:microsoft.com/office/officeart/2005/8/layout/bProcess3"/>
    <dgm:cxn modelId="{AEFED1F5-2C9F-407F-A86A-0B97A93249C1}" type="presParOf" srcId="{1623B4C5-2499-4637-B07C-6AE8AE2BD718}" destId="{54CDD26F-E6A2-4870-924B-05FF04E085DB}" srcOrd="13" destOrd="0" presId="urn:microsoft.com/office/officeart/2005/8/layout/bProcess3"/>
    <dgm:cxn modelId="{7B3C4FEB-C224-4B65-8867-7C63BFDB5CEE}" type="presOf" srcId="{21861301-58AD-42B8-B900-8AD351B4E506}" destId="{54CDD26F-E6A2-4870-924B-05FF04E085DB}" srcOrd="0" destOrd="0" presId="urn:microsoft.com/office/officeart/2005/8/layout/bProcess3"/>
    <dgm:cxn modelId="{965D9B72-8F1A-49B9-874A-EFB8CCF0AEDE}" type="presParOf" srcId="{54CDD26F-E6A2-4870-924B-05FF04E085DB}" destId="{6C27CAF1-3033-404D-B882-95D8BC58DF2D}" srcOrd="0" destOrd="13" presId="urn:microsoft.com/office/officeart/2005/8/layout/bProcess3"/>
    <dgm:cxn modelId="{805ED038-C915-42DC-9B25-9F14554B6660}" type="presOf" srcId="{21861301-58AD-42B8-B900-8AD351B4E506}" destId="{6C27CAF1-3033-404D-B882-95D8BC58DF2D}" srcOrd="1" destOrd="0" presId="urn:microsoft.com/office/officeart/2005/8/layout/bProcess3"/>
    <dgm:cxn modelId="{609E57E2-7285-4750-862B-E51F67A6D8B8}" type="presParOf" srcId="{1623B4C5-2499-4637-B07C-6AE8AE2BD718}" destId="{7B777F2E-D527-4A8C-B26F-6E19ADC1AD96}" srcOrd="14" destOrd="0" presId="urn:microsoft.com/office/officeart/2005/8/layout/bProcess3"/>
    <dgm:cxn modelId="{5CE0EA5C-8F80-475E-A19A-30F5C7ADE0D2}" type="presOf" srcId="{B064E4B4-A932-4043-89FB-F01D06BADBCD}" destId="{7B777F2E-D527-4A8C-B26F-6E19ADC1AD96}" srcOrd="0" destOrd="0" presId="urn:microsoft.com/office/officeart/2005/8/layout/bProcess3"/>
    <dgm:cxn modelId="{F6DDD4B0-F0BC-454A-A71E-9B2F5B68970C}" type="presParOf" srcId="{1623B4C5-2499-4637-B07C-6AE8AE2BD718}" destId="{2CDEA325-E5C0-43C8-BD90-51BC76F2EA8B}" srcOrd="15" destOrd="0" presId="urn:microsoft.com/office/officeart/2005/8/layout/bProcess3"/>
    <dgm:cxn modelId="{DB8873F5-DCAE-4434-BCE6-0764A560A3C0}" type="presOf" srcId="{87224BD6-8B6A-4332-8A32-C10B20A8B3FA}" destId="{2CDEA325-E5C0-43C8-BD90-51BC76F2EA8B}" srcOrd="0" destOrd="0" presId="urn:microsoft.com/office/officeart/2005/8/layout/bProcess3"/>
    <dgm:cxn modelId="{BBF74B16-8E8E-4EDB-A110-5C37E8213198}" type="presParOf" srcId="{2CDEA325-E5C0-43C8-BD90-51BC76F2EA8B}" destId="{8A3BA126-A69D-46AE-BFC5-B9721275CE59}" srcOrd="0" destOrd="15" presId="urn:microsoft.com/office/officeart/2005/8/layout/bProcess3"/>
    <dgm:cxn modelId="{3F274FD5-572F-4A2D-AD6E-AA5FD91FB34D}" type="presOf" srcId="{87224BD6-8B6A-4332-8A32-C10B20A8B3FA}" destId="{8A3BA126-A69D-46AE-BFC5-B9721275CE59}" srcOrd="1" destOrd="0" presId="urn:microsoft.com/office/officeart/2005/8/layout/bProcess3"/>
    <dgm:cxn modelId="{840E4C28-7076-43E9-9AD6-6ABD4E36864A}" type="presParOf" srcId="{1623B4C5-2499-4637-B07C-6AE8AE2BD718}" destId="{9A9EA554-7DA0-401D-AEA2-6155D0FA75D9}" srcOrd="16" destOrd="0" presId="urn:microsoft.com/office/officeart/2005/8/layout/bProcess3"/>
    <dgm:cxn modelId="{D759141D-6D4C-43F3-B276-7F7C0F2EE4C4}" type="presOf" srcId="{E039BAFA-2E94-4454-BD39-E719F745DFD2}" destId="{9A9EA554-7DA0-401D-AEA2-6155D0FA75D9}" srcOrd="0" destOrd="0" presId="urn:microsoft.com/office/officeart/2005/8/layout/bProcess3"/>
    <dgm:cxn modelId="{CA0EF945-768A-4DE1-B8BE-D7A46E8BDE6C}" type="presParOf" srcId="{1623B4C5-2499-4637-B07C-6AE8AE2BD718}" destId="{87A2B6C2-D221-4807-B0CE-037D50AF34AD}" srcOrd="17" destOrd="0" presId="urn:microsoft.com/office/officeart/2005/8/layout/bProcess3"/>
    <dgm:cxn modelId="{19272794-FF4C-4BB9-BE32-CDF72C92A4CA}" type="presOf" srcId="{7D58E61C-4C21-4EF8-A4A6-CE9F1EA7F074}" destId="{87A2B6C2-D221-4807-B0CE-037D50AF34AD}" srcOrd="0" destOrd="0" presId="urn:microsoft.com/office/officeart/2005/8/layout/bProcess3"/>
    <dgm:cxn modelId="{133B0E84-8899-45BC-B4D5-A98A565E846D}" type="presParOf" srcId="{87A2B6C2-D221-4807-B0CE-037D50AF34AD}" destId="{3C6AC5CE-4067-41EE-8E93-71E8FDCD9B41}" srcOrd="0" destOrd="17" presId="urn:microsoft.com/office/officeart/2005/8/layout/bProcess3"/>
    <dgm:cxn modelId="{24EE8900-F7E1-4CE0-A046-2A1173857C81}" type="presOf" srcId="{7D58E61C-4C21-4EF8-A4A6-CE9F1EA7F074}" destId="{3C6AC5CE-4067-41EE-8E93-71E8FDCD9B41}" srcOrd="1" destOrd="0" presId="urn:microsoft.com/office/officeart/2005/8/layout/bProcess3"/>
    <dgm:cxn modelId="{D75DEAB8-4EB5-40E6-98BA-6E4D947D7433}" type="presParOf" srcId="{1623B4C5-2499-4637-B07C-6AE8AE2BD718}" destId="{657023FC-9007-4B07-A54B-73FC1F99DD9A}" srcOrd="18" destOrd="0" presId="urn:microsoft.com/office/officeart/2005/8/layout/bProcess3"/>
    <dgm:cxn modelId="{EC9C81CA-22D3-4FD6-8DA6-B864F4194BBD}" type="presOf" srcId="{528A2CAA-AD05-47AF-9747-E266F390039B}" destId="{657023FC-9007-4B07-A54B-73FC1F99DD9A}" srcOrd="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BE40EF7-4FDB-46DC-AD5C-7AA9927BCDC4}" type="doc">
      <dgm:prSet loTypeId="urn:microsoft.com/office/officeart/2005/8/layout/bProcess3" loCatId="process" qsTypeId="urn:microsoft.com/office/officeart/2005/8/quickstyle/simple1" qsCatId="simple" csTypeId="urn:microsoft.com/office/officeart/2005/8/colors/accent6_1" csCatId="accent1" phldr="false"/>
      <dgm:spPr/>
      <dgm:t>
        <a:bodyPr/>
        <a:p>
          <a:endParaRPr lang="en-US"/>
        </a:p>
      </dgm:t>
    </dgm:pt>
    <dgm:pt modelId="{79A907BE-6A57-46F9-949B-2F83975E5013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Equazioni di Maxwell</a:t>
          </a:r>
          <a:r>
            <a:rPr lang="en-US" altLang="en-US"/>
            <a:t/>
          </a:r>
          <a:endParaRPr lang="en-US" altLang="en-US"/>
        </a:p>
      </dgm:t>
    </dgm:pt>
    <dgm:pt modelId="{27508ADE-09B9-4692-B3B1-997C0A038367}" cxnId="{3E04517F-4CCA-45B4-BA26-C64F2A5217E2}" type="parTrans">
      <dgm:prSet/>
      <dgm:spPr/>
      <dgm:t>
        <a:bodyPr/>
        <a:p>
          <a:endParaRPr lang="en-US"/>
        </a:p>
      </dgm:t>
    </dgm:pt>
    <dgm:pt modelId="{6E764295-1C97-4A8A-BB23-8F6587B65D20}" cxnId="{3E04517F-4CCA-45B4-BA26-C64F2A5217E2}" type="sibTrans">
      <dgm:prSet/>
      <dgm:spPr/>
      <dgm:t>
        <a:bodyPr/>
        <a:p>
          <a:endParaRPr lang="en-US"/>
        </a:p>
      </dgm:t>
    </dgm:pt>
    <dgm:pt modelId="{047E9EF6-99D9-47D4-8421-7851F36A512F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Luce come un’onda elettromagnetica</a:t>
          </a:r>
          <a:endParaRPr lang="en-US" altLang="en-US"/>
        </a:p>
      </dgm:t>
    </dgm:pt>
    <dgm:pt modelId="{2AC7BC3F-1829-4928-9FDD-1BD085861192}" cxnId="{A869E654-08BE-4467-852D-D78FD200EE8A}" type="parTrans">
      <dgm:prSet/>
      <dgm:spPr/>
      <dgm:t>
        <a:bodyPr/>
        <a:p>
          <a:endParaRPr lang="en-US"/>
        </a:p>
      </dgm:t>
    </dgm:pt>
    <dgm:pt modelId="{B3A60D08-4CF1-4AD3-A554-8DA1472F6362}" cxnId="{A869E654-08BE-4467-852D-D78FD200EE8A}" type="sibTrans">
      <dgm:prSet/>
      <dgm:spPr/>
      <dgm:t>
        <a:bodyPr/>
        <a:p>
          <a:endParaRPr lang="en-US"/>
        </a:p>
      </dgm:t>
    </dgm:pt>
    <dgm:pt modelId="{9B99C3CE-0550-4254-B164-BB9424E18E56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La luce si progaga nel vuoto con una velocità costante</a:t>
          </a:r>
          <a:endParaRPr lang="en-US" altLang="en-US"/>
        </a:p>
      </dgm:t>
    </dgm:pt>
    <dgm:pt modelId="{CF18C7ED-262E-47EB-A8BC-BC18A4B2756C}" cxnId="{339D1938-DD80-4606-A117-C70749A903AE}" type="parTrans">
      <dgm:prSet/>
      <dgm:spPr/>
      <dgm:t>
        <a:bodyPr/>
        <a:p>
          <a:endParaRPr lang="en-US"/>
        </a:p>
      </dgm:t>
    </dgm:pt>
    <dgm:pt modelId="{C20DFEDB-A5DA-48B1-860C-C64E9FB9889D}" cxnId="{339D1938-DD80-4606-A117-C70749A903AE}" type="sibTrans">
      <dgm:prSet/>
      <dgm:spPr/>
      <dgm:t>
        <a:bodyPr/>
        <a:p>
          <a:endParaRPr lang="en-US"/>
        </a:p>
      </dgm:t>
    </dgm:pt>
    <dgm:pt modelId="{1623B4C5-2499-4637-B07C-6AE8AE2BD718}" type="pres">
      <dgm:prSet presAssocID="{4BE40EF7-4FDB-46DC-AD5C-7AA9927BCDC4}" presName="Name0" presStyleCnt="0">
        <dgm:presLayoutVars>
          <dgm:dir/>
          <dgm:resizeHandles val="exact"/>
        </dgm:presLayoutVars>
      </dgm:prSet>
      <dgm:spPr/>
    </dgm:pt>
    <dgm:pt modelId="{2FBE2C1E-1D94-400F-A227-985D4DA10085}" type="pres">
      <dgm:prSet presAssocID="{79A907BE-6A57-46F9-949B-2F83975E5013}" presName="node" presStyleLbl="node1" presStyleIdx="0" presStyleCnt="3">
        <dgm:presLayoutVars>
          <dgm:bulletEnabled val="true"/>
        </dgm:presLayoutVars>
      </dgm:prSet>
      <dgm:spPr/>
    </dgm:pt>
    <dgm:pt modelId="{9F73252C-5345-45F1-A6FA-69E44781CCB0}" type="pres">
      <dgm:prSet presAssocID="{6E764295-1C97-4A8A-BB23-8F6587B65D20}" presName="sibTrans" presStyleLbl="sibTrans1D1" presStyleIdx="0" presStyleCnt="2"/>
      <dgm:spPr/>
    </dgm:pt>
    <dgm:pt modelId="{0A91809B-8299-4CB8-B3C9-28D901126CE1}" type="pres">
      <dgm:prSet presAssocID="{6E764295-1C97-4A8A-BB23-8F6587B65D20}" presName="connectorText" presStyleCnt="0"/>
      <dgm:spPr/>
    </dgm:pt>
    <dgm:pt modelId="{0482690C-586E-41D6-8B40-4CA7581A9CE9}" type="pres">
      <dgm:prSet presAssocID="{047E9EF6-99D9-47D4-8421-7851F36A512F}" presName="node" presStyleLbl="node1" presStyleIdx="1" presStyleCnt="3">
        <dgm:presLayoutVars>
          <dgm:bulletEnabled val="true"/>
        </dgm:presLayoutVars>
      </dgm:prSet>
      <dgm:spPr/>
    </dgm:pt>
    <dgm:pt modelId="{EBB69596-36AB-40F1-91C5-FC3350A00067}" type="pres">
      <dgm:prSet presAssocID="{B3A60D08-4CF1-4AD3-A554-8DA1472F6362}" presName="sibTrans" presStyleLbl="sibTrans1D1" presStyleIdx="1" presStyleCnt="2"/>
      <dgm:spPr/>
    </dgm:pt>
    <dgm:pt modelId="{9F0FF7A9-40E9-4C02-BFFF-6F0641C2389B}" type="pres">
      <dgm:prSet presAssocID="{B3A60D08-4CF1-4AD3-A554-8DA1472F6362}" presName="connectorText" presStyleCnt="0"/>
      <dgm:spPr/>
    </dgm:pt>
    <dgm:pt modelId="{E5145E43-B450-47CE-B1E5-1482BCF4071D}" type="pres">
      <dgm:prSet presAssocID="{9B99C3CE-0550-4254-B164-BB9424E18E56}" presName="node" presStyleLbl="node1" presStyleIdx="2" presStyleCnt="3">
        <dgm:presLayoutVars>
          <dgm:bulletEnabled val="true"/>
        </dgm:presLayoutVars>
      </dgm:prSet>
      <dgm:spPr/>
    </dgm:pt>
  </dgm:ptLst>
  <dgm:cxnLst>
    <dgm:cxn modelId="{3E04517F-4CCA-45B4-BA26-C64F2A5217E2}" srcId="{4BE40EF7-4FDB-46DC-AD5C-7AA9927BCDC4}" destId="{79A907BE-6A57-46F9-949B-2F83975E5013}" srcOrd="0" destOrd="0" parTransId="{27508ADE-09B9-4692-B3B1-997C0A038367}" sibTransId="{6E764295-1C97-4A8A-BB23-8F6587B65D20}"/>
    <dgm:cxn modelId="{A869E654-08BE-4467-852D-D78FD200EE8A}" srcId="{4BE40EF7-4FDB-46DC-AD5C-7AA9927BCDC4}" destId="{047E9EF6-99D9-47D4-8421-7851F36A512F}" srcOrd="1" destOrd="0" parTransId="{2AC7BC3F-1829-4928-9FDD-1BD085861192}" sibTransId="{B3A60D08-4CF1-4AD3-A554-8DA1472F6362}"/>
    <dgm:cxn modelId="{339D1938-DD80-4606-A117-C70749A903AE}" srcId="{4BE40EF7-4FDB-46DC-AD5C-7AA9927BCDC4}" destId="{9B99C3CE-0550-4254-B164-BB9424E18E56}" srcOrd="2" destOrd="0" parTransId="{CF18C7ED-262E-47EB-A8BC-BC18A4B2756C}" sibTransId="{C20DFEDB-A5DA-48B1-860C-C64E9FB9889D}"/>
    <dgm:cxn modelId="{2E736A9B-C190-414B-97ED-612E4F7387B8}" type="presOf" srcId="{4BE40EF7-4FDB-46DC-AD5C-7AA9927BCDC4}" destId="{1623B4C5-2499-4637-B07C-6AE8AE2BD718}" srcOrd="0" destOrd="0" presId="urn:microsoft.com/office/officeart/2005/8/layout/bProcess3"/>
    <dgm:cxn modelId="{EED53480-30FF-4392-91ED-713B816CEEEF}" type="presParOf" srcId="{1623B4C5-2499-4637-B07C-6AE8AE2BD718}" destId="{2FBE2C1E-1D94-400F-A227-985D4DA10085}" srcOrd="0" destOrd="0" presId="urn:microsoft.com/office/officeart/2005/8/layout/bProcess3"/>
    <dgm:cxn modelId="{E25B4E4E-FFA6-47B4-8CAE-F5B42A494C6F}" type="presOf" srcId="{79A907BE-6A57-46F9-949B-2F83975E5013}" destId="{2FBE2C1E-1D94-400F-A227-985D4DA10085}" srcOrd="0" destOrd="0" presId="urn:microsoft.com/office/officeart/2005/8/layout/bProcess3"/>
    <dgm:cxn modelId="{C7D117B1-71D6-48F3-8DB0-6DEC247DDE14}" type="presParOf" srcId="{1623B4C5-2499-4637-B07C-6AE8AE2BD718}" destId="{9F73252C-5345-45F1-A6FA-69E44781CCB0}" srcOrd="1" destOrd="0" presId="urn:microsoft.com/office/officeart/2005/8/layout/bProcess3"/>
    <dgm:cxn modelId="{9651A537-ACD1-4B91-8663-E01EB6810350}" type="presOf" srcId="{6E764295-1C97-4A8A-BB23-8F6587B65D20}" destId="{9F73252C-5345-45F1-A6FA-69E44781CCB0}" srcOrd="0" destOrd="0" presId="urn:microsoft.com/office/officeart/2005/8/layout/bProcess3"/>
    <dgm:cxn modelId="{88897796-C938-4006-92C0-1839746CB780}" type="presParOf" srcId="{9F73252C-5345-45F1-A6FA-69E44781CCB0}" destId="{0A91809B-8299-4CB8-B3C9-28D901126CE1}" srcOrd="0" destOrd="1" presId="urn:microsoft.com/office/officeart/2005/8/layout/bProcess3"/>
    <dgm:cxn modelId="{8A1BCE22-4079-4894-A854-4302E23FE7A6}" type="presOf" srcId="{6E764295-1C97-4A8A-BB23-8F6587B65D20}" destId="{0A91809B-8299-4CB8-B3C9-28D901126CE1}" srcOrd="1" destOrd="0" presId="urn:microsoft.com/office/officeart/2005/8/layout/bProcess3"/>
    <dgm:cxn modelId="{1EBE7C85-2067-4AAC-8ED6-92FD4C25D6C8}" type="presParOf" srcId="{1623B4C5-2499-4637-B07C-6AE8AE2BD718}" destId="{0482690C-586E-41D6-8B40-4CA7581A9CE9}" srcOrd="2" destOrd="0" presId="urn:microsoft.com/office/officeart/2005/8/layout/bProcess3"/>
    <dgm:cxn modelId="{B5B802B5-7837-4A57-81BD-300F61066D03}" type="presOf" srcId="{047E9EF6-99D9-47D4-8421-7851F36A512F}" destId="{0482690C-586E-41D6-8B40-4CA7581A9CE9}" srcOrd="0" destOrd="0" presId="urn:microsoft.com/office/officeart/2005/8/layout/bProcess3"/>
    <dgm:cxn modelId="{C6163C38-039D-48CA-BB82-0DC6CA032768}" type="presParOf" srcId="{1623B4C5-2499-4637-B07C-6AE8AE2BD718}" destId="{EBB69596-36AB-40F1-91C5-FC3350A00067}" srcOrd="3" destOrd="0" presId="urn:microsoft.com/office/officeart/2005/8/layout/bProcess3"/>
    <dgm:cxn modelId="{42BD93D2-FED3-46F8-BE1B-3B708B404322}" type="presOf" srcId="{B3A60D08-4CF1-4AD3-A554-8DA1472F6362}" destId="{EBB69596-36AB-40F1-91C5-FC3350A00067}" srcOrd="0" destOrd="0" presId="urn:microsoft.com/office/officeart/2005/8/layout/bProcess3"/>
    <dgm:cxn modelId="{9EAA4AA2-4B10-4B68-AA0D-CCA60CD84833}" type="presParOf" srcId="{EBB69596-36AB-40F1-91C5-FC3350A00067}" destId="{9F0FF7A9-40E9-4C02-BFFF-6F0641C2389B}" srcOrd="0" destOrd="3" presId="urn:microsoft.com/office/officeart/2005/8/layout/bProcess3"/>
    <dgm:cxn modelId="{CF50E1B8-0FFA-4878-8C20-28962448E2C1}" type="presOf" srcId="{B3A60D08-4CF1-4AD3-A554-8DA1472F6362}" destId="{9F0FF7A9-40E9-4C02-BFFF-6F0641C2389B}" srcOrd="1" destOrd="0" presId="urn:microsoft.com/office/officeart/2005/8/layout/bProcess3"/>
    <dgm:cxn modelId="{C4303A23-76CE-4514-A095-0F3182181C91}" type="presParOf" srcId="{1623B4C5-2499-4637-B07C-6AE8AE2BD718}" destId="{E5145E43-B450-47CE-B1E5-1482BCF4071D}" srcOrd="4" destOrd="0" presId="urn:microsoft.com/office/officeart/2005/8/layout/bProcess3"/>
    <dgm:cxn modelId="{786567B4-6EDB-4791-A4A4-05339D0CF3D3}" type="presOf" srcId="{9B99C3CE-0550-4254-B164-BB9424E18E56}" destId="{E5145E43-B450-47CE-B1E5-1482BCF4071D}" srcOrd="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3185160" cy="4949825"/>
        <a:chOff x="0" y="0"/>
        <a:chExt cx="3185160" cy="4949825"/>
      </a:xfrm>
    </dsp:grpSpPr>
    <dsp:sp modelId="{9F73252C-5345-45F1-A6FA-69E44781CCB0}">
      <dsp:nvSpPr>
        <dsp:cNvPr id="4" name="Freeform 3"/>
        <dsp:cNvSpPr/>
      </dsp:nvSpPr>
      <dsp:spPr bwMode="white">
        <a:xfrm>
          <a:off x="1449263" y="383003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1449263" y="383003"/>
        <a:ext cx="290102" cy="0"/>
      </dsp:txXfrm>
    </dsp:sp>
    <dsp:sp modelId="{2FBE2C1E-1D94-400F-A227-985D4DA10085}">
      <dsp:nvSpPr>
        <dsp:cNvPr id="3" name="Rectangle 2"/>
        <dsp:cNvSpPr/>
      </dsp:nvSpPr>
      <dsp:spPr bwMode="white">
        <a:xfrm>
          <a:off x="187952" y="460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 cap="all">
              <a:solidFill>
                <a:schemeClr val="dk1"/>
              </a:solidFill>
              <a:uFillTx/>
            </a:rPr>
            <a:t>Osservazione</a:t>
          </a:r>
          <a:endParaRPr lang="" altLang="en-US" cap="all">
            <a:solidFill>
              <a:schemeClr val="dk1"/>
            </a:solidFill>
            <a:uFillTx/>
          </a:endParaRPr>
        </a:p>
      </dsp:txBody>
      <dsp:txXfrm>
        <a:off x="187952" y="4609"/>
        <a:ext cx="1261311" cy="756787"/>
      </dsp:txXfrm>
    </dsp:sp>
    <dsp:sp modelId="{EBB69596-36AB-40F1-91C5-FC3350A00067}">
      <dsp:nvSpPr>
        <dsp:cNvPr id="6" name="Freeform 5"/>
        <dsp:cNvSpPr/>
      </dsp:nvSpPr>
      <dsp:spPr bwMode="white">
        <a:xfrm>
          <a:off x="818608" y="761396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818608" y="761396"/>
        <a:ext cx="1551412" cy="289168"/>
      </dsp:txXfrm>
    </dsp:sp>
    <dsp:sp modelId="{0482690C-586E-41D6-8B40-4CA7581A9CE9}">
      <dsp:nvSpPr>
        <dsp:cNvPr id="5" name="Rectangle 4"/>
        <dsp:cNvSpPr/>
      </dsp:nvSpPr>
      <dsp:spPr bwMode="white">
        <a:xfrm>
          <a:off x="1739365" y="460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Individuazione del problema</a:t>
          </a:r>
          <a:endParaRPr lang="" altLang="en-US">
            <a:solidFill>
              <a:schemeClr val="dk1"/>
            </a:solidFill>
          </a:endParaRPr>
        </a:p>
      </dsp:txBody>
      <dsp:txXfrm>
        <a:off x="1739365" y="4609"/>
        <a:ext cx="1261311" cy="756787"/>
      </dsp:txXfrm>
    </dsp:sp>
    <dsp:sp modelId="{31F3FE5F-74B2-48F8-89DC-AE29DBB498B0}">
      <dsp:nvSpPr>
        <dsp:cNvPr id="8" name="Freeform 7"/>
        <dsp:cNvSpPr/>
      </dsp:nvSpPr>
      <dsp:spPr bwMode="white">
        <a:xfrm>
          <a:off x="1449263" y="1428958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1449263" y="1428958"/>
        <a:ext cx="290102" cy="0"/>
      </dsp:txXfrm>
    </dsp:sp>
    <dsp:sp modelId="{E5145E43-B450-47CE-B1E5-1482BCF4071D}">
      <dsp:nvSpPr>
        <dsp:cNvPr id="7" name="Rectangle 6"/>
        <dsp:cNvSpPr/>
      </dsp:nvSpPr>
      <dsp:spPr bwMode="white">
        <a:xfrm>
          <a:off x="187952" y="105056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Documentazione</a:t>
          </a:r>
          <a:endParaRPr lang="" altLang="en-US">
            <a:solidFill>
              <a:schemeClr val="dk1"/>
            </a:solidFill>
          </a:endParaRPr>
        </a:p>
      </dsp:txBody>
      <dsp:txXfrm>
        <a:off x="187952" y="1050564"/>
        <a:ext cx="1261311" cy="756787"/>
      </dsp:txXfrm>
    </dsp:sp>
    <dsp:sp modelId="{8C52703D-FEAE-4AA9-949F-F5EC21A49406}">
      <dsp:nvSpPr>
        <dsp:cNvPr id="13" name="Freeform 12"/>
        <dsp:cNvSpPr/>
      </dsp:nvSpPr>
      <dsp:spPr bwMode="white">
        <a:xfrm>
          <a:off x="818608" y="1807351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818608" y="1807351"/>
        <a:ext cx="1551412" cy="289168"/>
      </dsp:txXfrm>
    </dsp:sp>
    <dsp:sp modelId="{13492D71-E670-42C9-A619-1DE9B5F887F1}">
      <dsp:nvSpPr>
        <dsp:cNvPr id="9" name="Rectangle 8"/>
        <dsp:cNvSpPr/>
      </dsp:nvSpPr>
      <dsp:spPr bwMode="white">
        <a:xfrm>
          <a:off x="1739365" y="105056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Formulazione dell’ipotesi</a:t>
          </a:r>
          <a:endParaRPr lang="" altLang="en-US">
            <a:solidFill>
              <a:schemeClr val="dk1"/>
            </a:solidFill>
          </a:endParaRPr>
        </a:p>
      </dsp:txBody>
      <dsp:txXfrm>
        <a:off x="1739365" y="1050564"/>
        <a:ext cx="1261311" cy="756787"/>
      </dsp:txXfrm>
    </dsp:sp>
    <dsp:sp modelId="{3D35D559-FC15-4723-8F76-803A74E52A30}">
      <dsp:nvSpPr>
        <dsp:cNvPr id="14" name="Freeform 13"/>
        <dsp:cNvSpPr/>
      </dsp:nvSpPr>
      <dsp:spPr bwMode="white">
        <a:xfrm>
          <a:off x="1449263" y="2474912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1449263" y="2474912"/>
        <a:ext cx="290102" cy="0"/>
      </dsp:txXfrm>
    </dsp:sp>
    <dsp:sp modelId="{F80816D7-392E-4741-B9A3-C73586F7EC67}">
      <dsp:nvSpPr>
        <dsp:cNvPr id="11" name="Rectangle 10"/>
        <dsp:cNvSpPr/>
      </dsp:nvSpPr>
      <dsp:spPr bwMode="white">
        <a:xfrm>
          <a:off x="187952" y="209651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Verifica sperimentale</a:t>
          </a:r>
          <a:endParaRPr lang="" altLang="en-US">
            <a:solidFill>
              <a:schemeClr val="dk1"/>
            </a:solidFill>
          </a:endParaRPr>
        </a:p>
      </dsp:txBody>
      <dsp:txXfrm>
        <a:off x="187952" y="2096519"/>
        <a:ext cx="1261311" cy="756787"/>
      </dsp:txXfrm>
    </dsp:sp>
    <dsp:sp modelId="{AF0F3B5A-6BF1-4C0D-ACE3-FC3229887631}">
      <dsp:nvSpPr>
        <dsp:cNvPr id="16" name="Freeform 15"/>
        <dsp:cNvSpPr/>
      </dsp:nvSpPr>
      <dsp:spPr bwMode="white">
        <a:xfrm>
          <a:off x="818608" y="2853306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818608" y="2853306"/>
        <a:ext cx="1551412" cy="289168"/>
      </dsp:txXfrm>
    </dsp:sp>
    <dsp:sp modelId="{FBA0A77B-8352-4C42-B7D5-7C83363A7874}">
      <dsp:nvSpPr>
        <dsp:cNvPr id="15" name="Rectangle 14"/>
        <dsp:cNvSpPr/>
      </dsp:nvSpPr>
      <dsp:spPr bwMode="white">
        <a:xfrm>
          <a:off x="1739365" y="209651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Analisi dei dati</a:t>
          </a:r>
          <a:endParaRPr lang="">
            <a:solidFill>
              <a:schemeClr val="dk1"/>
            </a:solidFill>
          </a:endParaRPr>
        </a:p>
      </dsp:txBody>
      <dsp:txXfrm>
        <a:off x="1739365" y="2096519"/>
        <a:ext cx="1261311" cy="756787"/>
      </dsp:txXfrm>
    </dsp:sp>
    <dsp:sp modelId="{54CDD26F-E6A2-4870-924B-05FF04E085DB}">
      <dsp:nvSpPr>
        <dsp:cNvPr id="18" name="Freeform 17"/>
        <dsp:cNvSpPr/>
      </dsp:nvSpPr>
      <dsp:spPr bwMode="white">
        <a:xfrm>
          <a:off x="1449263" y="3520867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1449263" y="3520867"/>
        <a:ext cx="290102" cy="0"/>
      </dsp:txXfrm>
    </dsp:sp>
    <dsp:sp modelId="{073A29C7-3BC3-42A7-AA3F-6B8157543E42}">
      <dsp:nvSpPr>
        <dsp:cNvPr id="17" name="Rectangle 16"/>
        <dsp:cNvSpPr/>
      </dsp:nvSpPr>
      <dsp:spPr bwMode="white">
        <a:xfrm>
          <a:off x="187952" y="314247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Ipotesi confermata</a:t>
          </a:r>
          <a:endParaRPr lang="">
            <a:solidFill>
              <a:schemeClr val="dk1"/>
            </a:solidFill>
          </a:endParaRPr>
        </a:p>
      </dsp:txBody>
      <dsp:txXfrm>
        <a:off x="187952" y="3142474"/>
        <a:ext cx="1261311" cy="756787"/>
      </dsp:txXfrm>
    </dsp:sp>
    <dsp:sp modelId="{2CDEA325-E5C0-43C8-BD90-51BC76F2EA8B}">
      <dsp:nvSpPr>
        <dsp:cNvPr id="20" name="Freeform 19"/>
        <dsp:cNvSpPr/>
      </dsp:nvSpPr>
      <dsp:spPr bwMode="white">
        <a:xfrm>
          <a:off x="818608" y="3899261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818608" y="3899261"/>
        <a:ext cx="1551412" cy="289168"/>
      </dsp:txXfrm>
    </dsp:sp>
    <dsp:sp modelId="{7B777F2E-D527-4A8C-B26F-6E19ADC1AD96}">
      <dsp:nvSpPr>
        <dsp:cNvPr id="19" name="Rectangle 18"/>
        <dsp:cNvSpPr/>
      </dsp:nvSpPr>
      <dsp:spPr bwMode="white">
        <a:xfrm>
          <a:off x="1739365" y="314247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Comunicazione dei risultati</a:t>
          </a:r>
          <a:endParaRPr lang="">
            <a:solidFill>
              <a:schemeClr val="dk1"/>
            </a:solidFill>
          </a:endParaRPr>
        </a:p>
      </dsp:txBody>
      <dsp:txXfrm>
        <a:off x="1739365" y="3142474"/>
        <a:ext cx="1261311" cy="756787"/>
      </dsp:txXfrm>
    </dsp:sp>
    <dsp:sp modelId="{87A2B6C2-D221-4807-B0CE-037D50AF34AD}">
      <dsp:nvSpPr>
        <dsp:cNvPr id="22" name="Freeform 21"/>
        <dsp:cNvSpPr/>
      </dsp:nvSpPr>
      <dsp:spPr bwMode="white">
        <a:xfrm>
          <a:off x="1449263" y="4566822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1449263" y="4566822"/>
        <a:ext cx="290102" cy="0"/>
      </dsp:txXfrm>
    </dsp:sp>
    <dsp:sp modelId="{9A9EA554-7DA0-401D-AEA2-6155D0FA75D9}">
      <dsp:nvSpPr>
        <dsp:cNvPr id="21" name="Rectangle 20"/>
        <dsp:cNvSpPr/>
      </dsp:nvSpPr>
      <dsp:spPr bwMode="white">
        <a:xfrm>
          <a:off x="187952" y="418842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Ricerche e verifiche ulteriori</a:t>
          </a:r>
          <a:endParaRPr lang="">
            <a:solidFill>
              <a:schemeClr val="dk1"/>
            </a:solidFill>
          </a:endParaRPr>
        </a:p>
      </dsp:txBody>
      <dsp:txXfrm>
        <a:off x="187952" y="4188429"/>
        <a:ext cx="1261311" cy="756787"/>
      </dsp:txXfrm>
    </dsp:sp>
    <dsp:sp modelId="{657023FC-9007-4B07-A54B-73FC1F99DD9A}">
      <dsp:nvSpPr>
        <dsp:cNvPr id="23" name="Rectangle 22"/>
        <dsp:cNvSpPr/>
      </dsp:nvSpPr>
      <dsp:spPr bwMode="white">
        <a:xfrm>
          <a:off x="1739365" y="418842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cap="all">
              <a:solidFill>
                <a:schemeClr val="dk1"/>
              </a:solidFill>
              <a:uFillTx/>
            </a:rPr>
            <a:t>Formulazione della legge</a:t>
          </a:r>
          <a:endParaRPr lang="" cap="all">
            <a:solidFill>
              <a:schemeClr val="dk1"/>
            </a:solidFill>
            <a:uFillTx/>
          </a:endParaRPr>
        </a:p>
      </dsp:txBody>
      <dsp:txXfrm>
        <a:off x="1739365" y="4188429"/>
        <a:ext cx="1261311" cy="7567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7853680" cy="1842135"/>
        <a:chOff x="0" y="0"/>
        <a:chExt cx="7853680" cy="1842135"/>
      </a:xfrm>
    </dsp:grpSpPr>
    <dsp:sp modelId="{9F73252C-5345-45F1-A6FA-69E44781CCB0}">
      <dsp:nvSpPr>
        <dsp:cNvPr id="4" name="Freeform 3"/>
        <dsp:cNvSpPr/>
      </dsp:nvSpPr>
      <dsp:spPr bwMode="white">
        <a:xfrm>
          <a:off x="2279024" y="921068"/>
          <a:ext cx="521265" cy="0"/>
        </a:xfrm>
        <a:custGeom>
          <a:avLst/>
          <a:gdLst/>
          <a:ahLst/>
          <a:cxnLst/>
          <a:pathLst>
            <a:path w="821">
              <a:moveTo>
                <a:pt x="0" y="0"/>
              </a:moveTo>
              <a:lnTo>
                <a:pt x="821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2279024" y="921068"/>
        <a:ext cx="521265" cy="0"/>
      </dsp:txXfrm>
    </dsp:sp>
    <dsp:sp modelId="{2FBE2C1E-1D94-400F-A227-985D4DA10085}">
      <dsp:nvSpPr>
        <dsp:cNvPr id="3" name="Rectangle 2"/>
        <dsp:cNvSpPr/>
      </dsp:nvSpPr>
      <dsp:spPr bwMode="white">
        <a:xfrm>
          <a:off x="12655" y="241157"/>
          <a:ext cx="2266370" cy="1359822"/>
        </a:xfrm>
        <a:prstGeom prst="rect">
          <a:avLst/>
        </a:prstGeom>
      </dsp:spPr>
      <dsp:style>
        <a:lnRef idx="2">
          <a:schemeClr val="accent6">
            <a:shade val="80000"/>
          </a:schemeClr>
        </a:lnRef>
        <a:fillRef idx="1">
          <a:schemeClr val="l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149352" tIns="149352" rIns="149352" bIns="149352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Equazioni di Maxwell</a:t>
          </a:r>
          <a:endParaRPr lang="" altLang="en-US">
            <a:solidFill>
              <a:schemeClr val="dk1"/>
            </a:solidFill>
          </a:endParaRPr>
        </a:p>
      </dsp:txBody>
      <dsp:txXfrm>
        <a:off x="12655" y="241157"/>
        <a:ext cx="2266370" cy="1359822"/>
      </dsp:txXfrm>
    </dsp:sp>
    <dsp:sp modelId="{EBB69596-36AB-40F1-91C5-FC3350A00067}">
      <dsp:nvSpPr>
        <dsp:cNvPr id="6" name="Freeform 5"/>
        <dsp:cNvSpPr/>
      </dsp:nvSpPr>
      <dsp:spPr bwMode="white">
        <a:xfrm>
          <a:off x="5066659" y="921068"/>
          <a:ext cx="521265" cy="0"/>
        </a:xfrm>
        <a:custGeom>
          <a:avLst/>
          <a:gdLst/>
          <a:ahLst/>
          <a:cxnLst/>
          <a:pathLst>
            <a:path w="821">
              <a:moveTo>
                <a:pt x="0" y="0"/>
              </a:moveTo>
              <a:lnTo>
                <a:pt x="821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5066659" y="921068"/>
        <a:ext cx="521265" cy="0"/>
      </dsp:txXfrm>
    </dsp:sp>
    <dsp:sp modelId="{0482690C-586E-41D6-8B40-4CA7581A9CE9}">
      <dsp:nvSpPr>
        <dsp:cNvPr id="5" name="Rectangle 4"/>
        <dsp:cNvSpPr/>
      </dsp:nvSpPr>
      <dsp:spPr bwMode="white">
        <a:xfrm>
          <a:off x="2800289" y="241157"/>
          <a:ext cx="2266370" cy="1359822"/>
        </a:xfrm>
        <a:prstGeom prst="rect">
          <a:avLst/>
        </a:prstGeom>
      </dsp:spPr>
      <dsp:style>
        <a:lnRef idx="2">
          <a:schemeClr val="accent6">
            <a:shade val="80000"/>
          </a:schemeClr>
        </a:lnRef>
        <a:fillRef idx="1">
          <a:schemeClr val="l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149352" tIns="149352" rIns="149352" bIns="149352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Luce come un’onda elettromagnetica</a:t>
          </a:r>
          <a:endParaRPr lang="" altLang="en-US">
            <a:solidFill>
              <a:schemeClr val="dk1"/>
            </a:solidFill>
          </a:endParaRPr>
        </a:p>
      </dsp:txBody>
      <dsp:txXfrm>
        <a:off x="2800289" y="241157"/>
        <a:ext cx="2266370" cy="1359822"/>
      </dsp:txXfrm>
    </dsp:sp>
    <dsp:sp modelId="{E5145E43-B450-47CE-B1E5-1482BCF4071D}">
      <dsp:nvSpPr>
        <dsp:cNvPr id="7" name="Rectangle 6"/>
        <dsp:cNvSpPr/>
      </dsp:nvSpPr>
      <dsp:spPr bwMode="white">
        <a:xfrm>
          <a:off x="5587924" y="241157"/>
          <a:ext cx="2266370" cy="1359822"/>
        </a:xfrm>
        <a:prstGeom prst="rect">
          <a:avLst/>
        </a:prstGeom>
      </dsp:spPr>
      <dsp:style>
        <a:lnRef idx="2">
          <a:schemeClr val="accent6">
            <a:shade val="80000"/>
          </a:schemeClr>
        </a:lnRef>
        <a:fillRef idx="1">
          <a:schemeClr val="lt1"/>
        </a:fillRef>
        <a:effectRef idx="0">
          <a:scrgbClr r="0" g="0" b="0"/>
        </a:effectRef>
        <a:fontRef idx="minor">
          <a:schemeClr val="lt1"/>
        </a:fontRef>
      </dsp:style>
      <dsp:txBody>
        <a:bodyPr vert="horz" wrap="square" lIns="149352" tIns="149352" rIns="149352" bIns="149352" anchor="ctr"/>
        <a:lstStyle>
          <a:lvl1pPr algn="ctr">
            <a:defRPr sz="2100"/>
          </a:lvl1pPr>
          <a:lvl2pPr marL="171450" indent="-171450" algn="ctr">
            <a:defRPr sz="1600"/>
          </a:lvl2pPr>
          <a:lvl3pPr marL="342900" indent="-171450" algn="ctr">
            <a:defRPr sz="1600"/>
          </a:lvl3pPr>
          <a:lvl4pPr marL="514350" indent="-171450" algn="ctr">
            <a:defRPr sz="1600"/>
          </a:lvl4pPr>
          <a:lvl5pPr marL="685800" indent="-171450" algn="ctr">
            <a:defRPr sz="1600"/>
          </a:lvl5pPr>
          <a:lvl6pPr marL="857250" indent="-171450" algn="ctr">
            <a:defRPr sz="1600"/>
          </a:lvl6pPr>
          <a:lvl7pPr marL="1028700" indent="-171450" algn="ctr">
            <a:defRPr sz="1600"/>
          </a:lvl7pPr>
          <a:lvl8pPr marL="1200150" indent="-171450" algn="ctr">
            <a:defRPr sz="1600"/>
          </a:lvl8pPr>
          <a:lvl9pPr marL="1371600" indent="-171450" algn="ctr">
            <a:defRPr sz="16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La luce si progaga nel vuoto con una velocità costante</a:t>
          </a:r>
          <a:endParaRPr lang="" altLang="en-US">
            <a:solidFill>
              <a:schemeClr val="dk1"/>
            </a:solidFill>
          </a:endParaRPr>
        </a:p>
      </dsp:txBody>
      <dsp:txXfrm>
        <a:off x="5587924" y="241157"/>
        <a:ext cx="2266370" cy="13598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true"/>
        </dgm:pt>
        <dgm:pt modelId="2">
          <dgm:prSet phldr="true"/>
        </dgm:pt>
        <dgm:pt modelId="3">
          <dgm:prSet phldr="true"/>
        </dgm:pt>
        <dgm:pt modelId="4">
          <dgm:prSet phldr="true"/>
        </dgm:pt>
        <dgm:pt modelId="5">
          <dgm:prSet phldr="true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>
          <dgm:prSet csTypeId="urn:microsoft.com/office/officeart/2005/8/colors/accent6_5"/>
        </dgm:pt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bkpt" val="endCnv"/>
          <dgm:param type="contDir" val="sameDir"/>
          <dgm:param type="grDir" val="tL"/>
          <dgm:param type="flowDir" val="row"/>
        </dgm:alg>
      </dgm:if>
      <dgm:else name="Name3">
        <dgm:alg type="snake">
          <dgm:param type="bkpt" val="endCnv"/>
          <dgm:param type="contDir" val="sameDir"/>
          <dgm:param type="grDir" val="tR"/>
          <dgm:param type="flowDir" val="row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true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dim" val="1D"/>
                <dgm:param type="connRout" val="bend"/>
                <dgm:param type="begPts" val="midR bCtr"/>
                <dgm:param type="endPts" val="midL tCtr"/>
              </dgm:alg>
            </dgm:if>
            <dgm:else name="Name6">
              <dgm:alg type="conn">
                <dgm:param type="dim" val="1D"/>
                <dgm:param type="connRout" val="ben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true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true"/>
        </dgm:pt>
        <dgm:pt modelId="2">
          <dgm:prSet phldr="true"/>
        </dgm:pt>
        <dgm:pt modelId="3">
          <dgm:prSet phldr="true"/>
        </dgm:pt>
        <dgm:pt modelId="4">
          <dgm:prSet phldr="true"/>
        </dgm:pt>
        <dgm:pt modelId="5">
          <dgm:prSet phldr="true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>
          <dgm:prSet csTypeId="urn:microsoft.com/office/officeart/2005/8/colors/accent6_5"/>
        </dgm:pt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bkpt" val="endCnv"/>
          <dgm:param type="contDir" val="sameDir"/>
          <dgm:param type="grDir" val="tL"/>
          <dgm:param type="flowDir" val="row"/>
        </dgm:alg>
      </dgm:if>
      <dgm:else name="Name3">
        <dgm:alg type="snake">
          <dgm:param type="bkpt" val="endCnv"/>
          <dgm:param type="contDir" val="sameDir"/>
          <dgm:param type="grDir" val="tR"/>
          <dgm:param type="flowDir" val="row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true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dim" val="1D"/>
                <dgm:param type="connRout" val="bend"/>
                <dgm:param type="begPts" val="midR bCtr"/>
                <dgm:param type="endPts" val="midL tCtr"/>
              </dgm:alg>
            </dgm:if>
            <dgm:else name="Name6">
              <dgm:alg type="conn">
                <dgm:param type="dim" val="1D"/>
                <dgm:param type="connRout" val="ben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true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true" noRot="true" noChangeAspect="true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true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true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false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true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true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true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true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true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true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false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true" noChangeAspect="true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true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true"/>
          <p:cNvCxnSpPr/>
          <p:nvPr userDrawn="true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true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true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true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true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.png"/><Relationship Id="rId7" Type="http://schemas.microsoft.com/office/2007/relationships/diagramDrawing" Target="../diagrams/drawing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3" Type="http://schemas.openxmlformats.org/officeDocument/2006/relationships/diagramData" Target="../diagrams/data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1.png"/><Relationship Id="rId7" Type="http://schemas.openxmlformats.org/officeDocument/2006/relationships/image" Target="../media/image20.png"/><Relationship Id="rId6" Type="http://schemas.openxmlformats.org/officeDocument/2006/relationships/image" Target="../media/image19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3" Type="http://schemas.openxmlformats.org/officeDocument/2006/relationships/image" Target="../media/image2.png"/><Relationship Id="rId2" Type="http://schemas.openxmlformats.org/officeDocument/2006/relationships/image" Target="../media/image26.jpeg"/><Relationship Id="rId1" Type="http://schemas.openxmlformats.org/officeDocument/2006/relationships/image" Target="../media/image25.jpe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0.jpeg"/><Relationship Id="rId7" Type="http://schemas.microsoft.com/office/2007/relationships/diagramDrawing" Target="../diagrams/drawing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Relationship Id="rId3" Type="http://schemas.openxmlformats.org/officeDocument/2006/relationships/diagramData" Target="../diagrams/data2.xml"/><Relationship Id="rId2" Type="http://schemas.openxmlformats.org/officeDocument/2006/relationships/image" Target="../media/image29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3.png"/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ithium-2784853_1920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802640" y="734060"/>
            <a:ext cx="6633845" cy="4429125"/>
          </a:xfrm>
          <a:prstGeom prst="rect">
            <a:avLst/>
          </a:prstGeom>
        </p:spPr>
      </p:pic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3" name="Text Box 2"/>
          <p:cNvSpPr txBox="true"/>
          <p:nvPr/>
        </p:nvSpPr>
        <p:spPr>
          <a:xfrm>
            <a:off x="1183005" y="504761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Modello atomico di Bohr</a:t>
            </a:r>
            <a:endParaRPr lang="en-US" altLang="en-US" sz="1600">
              <a:ln w="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graphicFrame>
        <p:nvGraphicFramePr>
          <p:cNvPr id="4" name="Diagram 3"/>
          <p:cNvGraphicFramePr/>
          <p:nvPr/>
        </p:nvGraphicFramePr>
        <p:xfrm>
          <a:off x="4387215" y="945515"/>
          <a:ext cx="3185160" cy="49498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ext Box 5"/>
          <p:cNvSpPr txBox="true"/>
          <p:nvPr/>
        </p:nvSpPr>
        <p:spPr>
          <a:xfrm>
            <a:off x="4902835" y="589343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 fontAlgn="auto"/>
            <a:r>
              <a:rPr lang="en-US" altLang="en-US" sz="1600">
                <a:ln w="127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Metodo induttivo</a:t>
            </a:r>
            <a:endParaRPr lang="en-US" altLang="en-US" sz="1600">
              <a:ln w="127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1024px-Cartesian-coordinate-system.svg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7271385" y="734060"/>
            <a:ext cx="5061585" cy="5061585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0" name="Text Box 9"/>
          <p:cNvSpPr txBox="true"/>
          <p:nvPr/>
        </p:nvSpPr>
        <p:spPr>
          <a:xfrm>
            <a:off x="8622030" y="5661025"/>
            <a:ext cx="2360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127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Sistema di assi cartesiani</a:t>
            </a:r>
            <a:endParaRPr lang="en-US" altLang="en-US" sz="1600">
              <a:ln w="127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720465" y="149860"/>
            <a:ext cx="47510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ALGEBRA E GEOMETRIA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8" name="Picture 7" descr="Oresme-Nicole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" y="149860"/>
            <a:ext cx="1783080" cy="3017520"/>
          </a:xfrm>
          <a:prstGeom prst="rect">
            <a:avLst/>
          </a:prstGeom>
        </p:spPr>
      </p:pic>
      <p:pic>
        <p:nvPicPr>
          <p:cNvPr id="11" name="Picture 10" descr="Frans_Hals_-_Portret_van_René_Descartes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9355455" y="149860"/>
            <a:ext cx="2464435" cy="3016885"/>
          </a:xfrm>
          <a:prstGeom prst="rect">
            <a:avLst/>
          </a:prstGeom>
        </p:spPr>
      </p:pic>
      <p:sp>
        <p:nvSpPr>
          <p:cNvPr id="13" name="Text Box 12"/>
          <p:cNvSpPr txBox="true"/>
          <p:nvPr/>
        </p:nvSpPr>
        <p:spPr>
          <a:xfrm>
            <a:off x="358140" y="335343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Nicola d’Oresme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4" name="Text Box 13"/>
          <p:cNvSpPr txBox="true"/>
          <p:nvPr/>
        </p:nvSpPr>
        <p:spPr>
          <a:xfrm>
            <a:off x="9665970" y="335343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René Descartes -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5" name="Right Arrow 14"/>
          <p:cNvSpPr/>
          <p:nvPr/>
        </p:nvSpPr>
        <p:spPr>
          <a:xfrm>
            <a:off x="3977640" y="1324610"/>
            <a:ext cx="3542030" cy="930275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en-US" sz="1500"/>
              <a:t>Sistema di assi per rappresentare lo spazio</a:t>
            </a:r>
            <a:endParaRPr lang="en-US" altLang="en-US" sz="1500"/>
          </a:p>
        </p:txBody>
      </p:sp>
      <p:sp>
        <p:nvSpPr>
          <p:cNvPr id="18" name="Freeform 17"/>
          <p:cNvSpPr/>
          <p:nvPr/>
        </p:nvSpPr>
        <p:spPr>
          <a:xfrm>
            <a:off x="8471535" y="4145915"/>
            <a:ext cx="2230755" cy="1527175"/>
          </a:xfrm>
          <a:custGeom>
            <a:avLst/>
            <a:gdLst>
              <a:gd name="connsiteX0" fmla="*/ 0 w 2952"/>
              <a:gd name="connsiteY0" fmla="*/ 1519 h 2273"/>
              <a:gd name="connsiteX1" fmla="*/ 755 w 2952"/>
              <a:gd name="connsiteY1" fmla="*/ 764 h 2273"/>
              <a:gd name="connsiteX2" fmla="*/ 755 w 2952"/>
              <a:gd name="connsiteY2" fmla="*/ 1141 h 2273"/>
              <a:gd name="connsiteX3" fmla="*/ 2197 w 2952"/>
              <a:gd name="connsiteY3" fmla="*/ 1141 h 2273"/>
              <a:gd name="connsiteX4" fmla="*/ 2197 w 2952"/>
              <a:gd name="connsiteY4" fmla="*/ 10 h 2273"/>
              <a:gd name="connsiteX5" fmla="*/ 2382 w 2952"/>
              <a:gd name="connsiteY5" fmla="*/ 15 h 2273"/>
              <a:gd name="connsiteX6" fmla="*/ 2589 w 2952"/>
              <a:gd name="connsiteY6" fmla="*/ 0 h 2273"/>
              <a:gd name="connsiteX7" fmla="*/ 2752 w 2952"/>
              <a:gd name="connsiteY7" fmla="*/ 0 h 2273"/>
              <a:gd name="connsiteX8" fmla="*/ 2952 w 2952"/>
              <a:gd name="connsiteY8" fmla="*/ 10 h 2273"/>
              <a:gd name="connsiteX9" fmla="*/ 2952 w 2952"/>
              <a:gd name="connsiteY9" fmla="*/ 1896 h 2273"/>
              <a:gd name="connsiteX10" fmla="*/ 755 w 2952"/>
              <a:gd name="connsiteY10" fmla="*/ 1896 h 2273"/>
              <a:gd name="connsiteX11" fmla="*/ 755 w 2952"/>
              <a:gd name="connsiteY11" fmla="*/ 2273 h 2273"/>
              <a:gd name="connsiteX12" fmla="*/ 0 w 2952"/>
              <a:gd name="connsiteY12" fmla="*/ 1519 h 2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952" h="2273">
                <a:moveTo>
                  <a:pt x="0" y="1519"/>
                </a:moveTo>
                <a:lnTo>
                  <a:pt x="755" y="764"/>
                </a:lnTo>
                <a:lnTo>
                  <a:pt x="755" y="1141"/>
                </a:lnTo>
                <a:lnTo>
                  <a:pt x="2197" y="1141"/>
                </a:lnTo>
                <a:lnTo>
                  <a:pt x="2197" y="10"/>
                </a:lnTo>
                <a:lnTo>
                  <a:pt x="2382" y="15"/>
                </a:lnTo>
                <a:lnTo>
                  <a:pt x="2589" y="0"/>
                </a:lnTo>
                <a:lnTo>
                  <a:pt x="2752" y="0"/>
                </a:lnTo>
                <a:lnTo>
                  <a:pt x="2952" y="10"/>
                </a:lnTo>
                <a:lnTo>
                  <a:pt x="2952" y="1896"/>
                </a:lnTo>
                <a:lnTo>
                  <a:pt x="755" y="1896"/>
                </a:lnTo>
                <a:lnTo>
                  <a:pt x="755" y="2273"/>
                </a:lnTo>
                <a:lnTo>
                  <a:pt x="0" y="1519"/>
                </a:lnTo>
                <a:close/>
              </a:path>
            </a:pathLst>
          </a:cu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en-US" sz="1600"/>
              <a:t>    </a:t>
            </a:r>
            <a:endParaRPr lang="en-US" altLang="en-US" sz="1600"/>
          </a:p>
          <a:p>
            <a:pPr algn="ctr"/>
            <a:endParaRPr lang="en-US" altLang="en-US" sz="1600"/>
          </a:p>
          <a:p>
            <a:pPr algn="ctr"/>
            <a:r>
              <a:rPr lang="en-US" altLang="en-US" sz="1600"/>
              <a:t>      </a:t>
            </a:r>
            <a:r>
              <a:rPr lang="en-US" altLang="en-US" sz="1500"/>
              <a:t>Mathesis Universalis </a:t>
            </a:r>
            <a:endParaRPr lang="en-US" altLang="en-US" sz="1500"/>
          </a:p>
        </p:txBody>
      </p:sp>
      <p:pic>
        <p:nvPicPr>
          <p:cNvPr id="21" name="Picture 20" descr="circonferenza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3849370" y="2600325"/>
            <a:ext cx="3799205" cy="3587115"/>
          </a:xfrm>
          <a:prstGeom prst="rect">
            <a:avLst/>
          </a:prstGeom>
        </p:spPr>
      </p:pic>
      <p:sp>
        <p:nvSpPr>
          <p:cNvPr id="2" name="Text Box 1"/>
          <p:cNvSpPr txBox="true"/>
          <p:nvPr/>
        </p:nvSpPr>
        <p:spPr>
          <a:xfrm>
            <a:off x="1566545" y="4617720"/>
            <a:ext cx="21539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Rappresentazione grafica dell’ equazione: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equazione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1842770" y="5457825"/>
            <a:ext cx="1442720" cy="4140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4947285" y="149860"/>
            <a:ext cx="229743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FUNZIONE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funzione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2931795" y="923925"/>
            <a:ext cx="6293485" cy="3539490"/>
          </a:xfrm>
          <a:prstGeom prst="rect">
            <a:avLst/>
          </a:prstGeom>
        </p:spPr>
      </p:pic>
      <p:sp>
        <p:nvSpPr>
          <p:cNvPr id="13" name="Text Box 12"/>
          <p:cNvSpPr txBox="true"/>
          <p:nvPr/>
        </p:nvSpPr>
        <p:spPr>
          <a:xfrm>
            <a:off x="5669915" y="4585335"/>
            <a:ext cx="8528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f(a) = b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4" name="Text Box 3"/>
          <p:cNvSpPr txBox="true"/>
          <p:nvPr/>
        </p:nvSpPr>
        <p:spPr>
          <a:xfrm>
            <a:off x="4170045" y="5233035"/>
            <a:ext cx="385254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b è l’immagine di a mediante la funzione f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a la controimmagine di b mediante f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6" name="Text Box 5"/>
          <p:cNvSpPr txBox="true"/>
          <p:nvPr/>
        </p:nvSpPr>
        <p:spPr>
          <a:xfrm>
            <a:off x="487045" y="2401570"/>
            <a:ext cx="21539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Gruppo A: Dominio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Gruppo B: Codominio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983355" y="140335"/>
            <a:ext cx="422529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STUDIO DI FUNZIONE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4" name="Picture 3" descr="funzionedastudio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" y="1139825"/>
            <a:ext cx="3134360" cy="492760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121285" y="1839595"/>
            <a:ext cx="19443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Studio il dominio: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Domini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5" y="2176780"/>
            <a:ext cx="3366770" cy="465455"/>
          </a:xfrm>
          <a:prstGeom prst="rect">
            <a:avLst/>
          </a:prstGeom>
        </p:spPr>
      </p:pic>
      <p:sp>
        <p:nvSpPr>
          <p:cNvPr id="10" name="Text Box 9"/>
          <p:cNvSpPr txBox="true"/>
          <p:nvPr/>
        </p:nvSpPr>
        <p:spPr>
          <a:xfrm>
            <a:off x="121285" y="283527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Valuto la positività: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1" name="Picture 10" descr="positività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85" y="3172460"/>
            <a:ext cx="2590165" cy="608330"/>
          </a:xfrm>
          <a:prstGeom prst="rect">
            <a:avLst/>
          </a:prstGeom>
        </p:spPr>
      </p:pic>
      <p:sp>
        <p:nvSpPr>
          <p:cNvPr id="12" name="Text Box 11"/>
          <p:cNvSpPr txBox="true"/>
          <p:nvPr/>
        </p:nvSpPr>
        <p:spPr>
          <a:xfrm>
            <a:off x="121285" y="3994785"/>
            <a:ext cx="2520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Eventuali limiti: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fontAlgn="auto">
              <a:buFont typeface="Arial" panose="02080604020202020204" pitchFamily="34" charset="0"/>
              <a:buNone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Non ci sono limiti da calcolare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3" name="Text Box 12"/>
          <p:cNvSpPr txBox="true"/>
          <p:nvPr/>
        </p:nvSpPr>
        <p:spPr>
          <a:xfrm>
            <a:off x="121285" y="479234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Calcolo la derivata prima: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2458085" y="135255"/>
            <a:ext cx="727646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Derivata e punti di non derivabilità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disegno_PQR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159250" y="1366520"/>
            <a:ext cx="3838575" cy="2252980"/>
          </a:xfrm>
          <a:prstGeom prst="rect">
            <a:avLst/>
          </a:prstGeom>
        </p:spPr>
      </p:pic>
      <p:pic>
        <p:nvPicPr>
          <p:cNvPr id="3" name="Picture 2" descr="puntond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424815" y="753110"/>
            <a:ext cx="3307715" cy="2866390"/>
          </a:xfrm>
          <a:prstGeom prst="rect">
            <a:avLst/>
          </a:prstGeom>
        </p:spPr>
      </p:pic>
      <p:pic>
        <p:nvPicPr>
          <p:cNvPr id="4" name="Picture 3" descr="puntond2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8587105" y="753110"/>
            <a:ext cx="3326130" cy="3043555"/>
          </a:xfrm>
          <a:prstGeom prst="rect">
            <a:avLst/>
          </a:prstGeom>
        </p:spPr>
      </p:pic>
      <p:pic>
        <p:nvPicPr>
          <p:cNvPr id="6" name="Picture 5" descr="puntond3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567690" y="3726815"/>
            <a:ext cx="3021965" cy="2557145"/>
          </a:xfrm>
          <a:prstGeom prst="rect">
            <a:avLst/>
          </a:prstGeom>
        </p:spPr>
      </p:pic>
      <p:pic>
        <p:nvPicPr>
          <p:cNvPr id="8" name="Picture 7" descr="puntond4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4514215" y="3619500"/>
            <a:ext cx="2865120" cy="2679700"/>
          </a:xfrm>
          <a:prstGeom prst="rect">
            <a:avLst/>
          </a:prstGeom>
        </p:spPr>
      </p:pic>
      <p:pic>
        <p:nvPicPr>
          <p:cNvPr id="9" name="Picture 8" descr="puntond5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9058275" y="3895090"/>
            <a:ext cx="2383155" cy="2547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983355" y="140335"/>
            <a:ext cx="422529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STUDIO DI FUNZIONE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graficofunzione1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215" y="1139825"/>
            <a:ext cx="4906645" cy="4577715"/>
          </a:xfrm>
          <a:prstGeom prst="rect">
            <a:avLst/>
          </a:prstGeom>
        </p:spPr>
      </p:pic>
      <p:pic>
        <p:nvPicPr>
          <p:cNvPr id="4" name="Picture 3" descr="funzionedastudi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5" y="1139825"/>
            <a:ext cx="3134360" cy="492760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121285" y="1839595"/>
            <a:ext cx="19443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Studio il dominio: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Dominio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85" y="2176780"/>
            <a:ext cx="3366770" cy="465455"/>
          </a:xfrm>
          <a:prstGeom prst="rect">
            <a:avLst/>
          </a:prstGeom>
        </p:spPr>
      </p:pic>
      <p:sp>
        <p:nvSpPr>
          <p:cNvPr id="10" name="Text Box 9"/>
          <p:cNvSpPr txBox="true"/>
          <p:nvPr/>
        </p:nvSpPr>
        <p:spPr>
          <a:xfrm>
            <a:off x="121285" y="283527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Valuto la positività: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1" name="Picture 10" descr="positività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121285" y="3172460"/>
            <a:ext cx="2590165" cy="608330"/>
          </a:xfrm>
          <a:prstGeom prst="rect">
            <a:avLst/>
          </a:prstGeom>
        </p:spPr>
      </p:pic>
      <p:sp>
        <p:nvSpPr>
          <p:cNvPr id="12" name="Text Box 11"/>
          <p:cNvSpPr txBox="true"/>
          <p:nvPr/>
        </p:nvSpPr>
        <p:spPr>
          <a:xfrm>
            <a:off x="121285" y="3994785"/>
            <a:ext cx="2520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Eventuali limiti: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fontAlgn="auto">
              <a:buFont typeface="Arial" panose="02080604020202020204" pitchFamily="34" charset="0"/>
              <a:buNone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Non ci sono limiti da calcolare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3" name="Text Box 12"/>
          <p:cNvSpPr txBox="true"/>
          <p:nvPr/>
        </p:nvSpPr>
        <p:spPr>
          <a:xfrm>
            <a:off x="121285" y="479234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Calcolo la derivata prima: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4" name="Picture 13" descr="derivataprima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121285" y="5129530"/>
            <a:ext cx="5194935" cy="584835"/>
          </a:xfrm>
          <a:prstGeom prst="rect">
            <a:avLst/>
          </a:prstGeom>
        </p:spPr>
      </p:pic>
      <p:sp>
        <p:nvSpPr>
          <p:cNvPr id="15" name="Text Box 14"/>
          <p:cNvSpPr txBox="true"/>
          <p:nvPr/>
        </p:nvSpPr>
        <p:spPr>
          <a:xfrm>
            <a:off x="8658860" y="1839595"/>
            <a:ext cx="29775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Calcolo la derivata seconda: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6" name="Picture 15" descr="derivataseconda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7586345" y="2148205"/>
            <a:ext cx="4547235" cy="1300480"/>
          </a:xfrm>
          <a:prstGeom prst="rect">
            <a:avLst/>
          </a:prstGeom>
        </p:spPr>
      </p:pic>
      <p:pic>
        <p:nvPicPr>
          <p:cNvPr id="17" name="Picture 16" descr="derivataseconda2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8658860" y="4344035"/>
            <a:ext cx="3445510" cy="88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2239645" y="144780"/>
            <a:ext cx="771334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GRAFICO DELLA FUNZIONE RECIPROCA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graficofunzione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435985" y="920750"/>
            <a:ext cx="5285740" cy="5017135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121285" y="1839595"/>
            <a:ext cx="272859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Una funzione è integrabile in senso improprio se: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impropri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5" y="2584450"/>
            <a:ext cx="3270250" cy="657225"/>
          </a:xfrm>
          <a:prstGeom prst="rect">
            <a:avLst/>
          </a:prstGeom>
        </p:spPr>
      </p:pic>
      <p:sp>
        <p:nvSpPr>
          <p:cNvPr id="4" name="Text Box 3"/>
          <p:cNvSpPr txBox="true"/>
          <p:nvPr/>
        </p:nvSpPr>
        <p:spPr>
          <a:xfrm>
            <a:off x="8905240" y="1839595"/>
            <a:ext cx="272859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Nel nostro caso: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8" name="Picture 7" descr="integraleimproprioreciproca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8454390" y="2923540"/>
            <a:ext cx="3649345" cy="302387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9615805" y="5424805"/>
            <a:ext cx="1073785" cy="615950"/>
          </a:xfrm>
          <a:prstGeom prst="ellipse">
            <a:avLst/>
          </a:prstGeom>
          <a:noFill/>
          <a:ln>
            <a:solidFill>
              <a:srgbClr val="47FF5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12" name="Picture 11" descr="lordkelvin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5502910" y="847090"/>
            <a:ext cx="2442210" cy="2442210"/>
          </a:xfrm>
          <a:prstGeom prst="rect">
            <a:avLst/>
          </a:prstGeom>
        </p:spPr>
      </p:pic>
      <p:pic>
        <p:nvPicPr>
          <p:cNvPr id="4" name="Picture 3" descr="immanuel-kant-orig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" y="1467485"/>
            <a:ext cx="2068195" cy="2742565"/>
          </a:xfrm>
          <a:prstGeom prst="rect">
            <a:avLst/>
          </a:prstGeom>
        </p:spPr>
      </p:pic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4246880" y="140335"/>
            <a:ext cx="369824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DALL’ 800 AL 900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6" name="Text Box 5"/>
          <p:cNvSpPr txBox="true"/>
          <p:nvPr/>
        </p:nvSpPr>
        <p:spPr>
          <a:xfrm>
            <a:off x="581025" y="1007110"/>
            <a:ext cx="42545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buFont typeface="Arial" panose="02080604020202020204" pitchFamily="34" charset="0"/>
              <a:buNone/>
            </a:pPr>
            <a:r>
              <a:rPr lang="en-US" altLang="en-US" sz="2400" i="1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“Uomo legislatore della natura”</a:t>
            </a:r>
            <a:endParaRPr lang="en-US" altLang="en-US" sz="2400" i="1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3" name="Text Box 2"/>
          <p:cNvSpPr txBox="true"/>
          <p:nvPr/>
        </p:nvSpPr>
        <p:spPr>
          <a:xfrm>
            <a:off x="2445385" y="1467485"/>
            <a:ext cx="180149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Immanuel Kant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8" name="Text Box 7"/>
          <p:cNvSpPr txBox="true"/>
          <p:nvPr/>
        </p:nvSpPr>
        <p:spPr>
          <a:xfrm>
            <a:off x="1973580" y="2354580"/>
            <a:ext cx="42545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buFont typeface="Arial" panose="02080604020202020204" pitchFamily="34" charset="0"/>
              <a:buNone/>
            </a:pPr>
            <a:r>
              <a:rPr lang="en-US" altLang="en-US" sz="2400" i="1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“A priori di tempo e spazio...”</a:t>
            </a:r>
            <a:endParaRPr lang="en-US" altLang="en-US" sz="2400" i="1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senzaapriori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2599690" y="3199765"/>
            <a:ext cx="5683250" cy="1746885"/>
          </a:xfrm>
          <a:prstGeom prst="rect">
            <a:avLst/>
          </a:prstGeom>
        </p:spPr>
      </p:pic>
      <p:pic>
        <p:nvPicPr>
          <p:cNvPr id="10" name="Picture 9" descr="conapriori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2513330" y="4166870"/>
            <a:ext cx="5610860" cy="2320290"/>
          </a:xfrm>
          <a:prstGeom prst="rect">
            <a:avLst/>
          </a:prstGeom>
        </p:spPr>
      </p:pic>
      <p:sp>
        <p:nvSpPr>
          <p:cNvPr id="11" name="Text Box 10"/>
          <p:cNvSpPr txBox="true"/>
          <p:nvPr/>
        </p:nvSpPr>
        <p:spPr>
          <a:xfrm>
            <a:off x="7945120" y="461645"/>
            <a:ext cx="4243070" cy="42462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“Signori vi annuncio </a:t>
            </a:r>
            <a:r>
              <a:rPr lang="en-US" altLang="en-US" u="sng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la fine</a:t>
            </a:r>
            <a:endParaRPr lang="en-US" altLang="en-US" u="sng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 u="sng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della fisica</a:t>
            </a: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, ormai conosciamo le grandi leggi della natura ed i segreti dell’armonia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cosmica: i pianeti e tutti i corpi dotati di massa si muovono nell’universo seguendo le leggi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della gravitazione di sir Isaac Newton, la luce e tutte le onde elettromagnetiche si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propagano per il cosmo seguendo le leggi di sir James Clerk Maxwell, il calore si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trasferisce da un corpo ad un altro seguendo le leggi della termodinamica che anche io,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modestamente, ho contribuito a formulare. Tutti i fondamenti della fisica ci sono noti e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r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null’altro di sostanziale c’è dunque da scoprire sulla natura fisica delle cose.”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3" name="Text Box 12"/>
          <p:cNvSpPr txBox="true"/>
          <p:nvPr/>
        </p:nvSpPr>
        <p:spPr>
          <a:xfrm>
            <a:off x="7945120" y="4707890"/>
            <a:ext cx="244221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William Thomson Lord Kelvin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4229735" y="130175"/>
            <a:ext cx="369887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DALL’ 800 AL 900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3" name="Text Box 2"/>
          <p:cNvSpPr txBox="true"/>
          <p:nvPr/>
        </p:nvSpPr>
        <p:spPr>
          <a:xfrm>
            <a:off x="79375" y="836930"/>
            <a:ext cx="829056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“È proprio tra la fine del secolo XIX e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l'inizio del XX secolo che alcune osservazioni sperimentali pongono in crisi le concezioni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classiche del mondo fisico: da un lato il comportamento della luce rispetto a diversi sistemi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di riferimento in moto fra loro, dall'altro i primi indizi sulla struttura granulare dell'energia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emessa o assorbita dai vari corpi sotto forma di radiazione. È nel XX secolo che questi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primi quesiti, e molti altri da essi derivati, trovano la loro risposta, gli uni nella Teoria della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algn="l" fontAlgn="auto">
              <a:buFont typeface="Arial" panose="02080604020202020204" pitchFamily="34" charset="0"/>
              <a:buNone/>
            </a:pPr>
            <a:r>
              <a:rPr lang="en-US" altLang="en-US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Relatività, gli altri nella Teoria Quantistica...”.</a:t>
            </a:r>
            <a:endParaRPr lang="en-US" altLang="en-US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3" name="Text Box 12"/>
          <p:cNvSpPr txBox="true"/>
          <p:nvPr/>
        </p:nvSpPr>
        <p:spPr>
          <a:xfrm>
            <a:off x="6510655" y="2867025"/>
            <a:ext cx="141795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Edoardo Amaldi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4" name="Picture 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8551545" y="4126230"/>
            <a:ext cx="3521075" cy="742315"/>
          </a:xfrm>
          <a:prstGeom prst="rect">
            <a:avLst/>
          </a:prstGeom>
        </p:spPr>
      </p:pic>
      <p:graphicFrame>
        <p:nvGraphicFramePr>
          <p:cNvPr id="9" name="Diagram 8"/>
          <p:cNvGraphicFramePr/>
          <p:nvPr/>
        </p:nvGraphicFramePr>
        <p:xfrm>
          <a:off x="74930" y="3576320"/>
          <a:ext cx="7853680" cy="18421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10" name="Straight Arrow Connector 9"/>
          <p:cNvCxnSpPr>
            <a:stCxn id="9" idx="3"/>
          </p:cNvCxnSpPr>
          <p:nvPr/>
        </p:nvCxnSpPr>
        <p:spPr>
          <a:xfrm>
            <a:off x="7928610" y="4497705"/>
            <a:ext cx="586740" cy="6985"/>
          </a:xfrm>
          <a:prstGeom prst="straightConnector1">
            <a:avLst/>
          </a:prstGeom>
          <a:ln>
            <a:tailEnd type="arrow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 Box 10"/>
          <p:cNvSpPr txBox="true"/>
          <p:nvPr/>
        </p:nvSpPr>
        <p:spPr>
          <a:xfrm>
            <a:off x="8357870" y="4935855"/>
            <a:ext cx="371475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Dove ε0 e μ0 sono rispettivamente le costanti fondamentali del campo elettrostatico e magnetico, a prova della complicità dei due nella creazione dei campi elettromagnetici.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4" name="Picture 13" descr="Edoardo_Amaldi_pillars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8551545" y="320675"/>
            <a:ext cx="2128520" cy="28835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453765" y="130810"/>
            <a:ext cx="524954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ALLA RICERCA DELL’ETERE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etere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" y="837565"/>
            <a:ext cx="3407410" cy="4393565"/>
          </a:xfrm>
          <a:prstGeom prst="rect">
            <a:avLst/>
          </a:prstGeom>
        </p:spPr>
      </p:pic>
      <p:sp>
        <p:nvSpPr>
          <p:cNvPr id="13" name="Text Box 12"/>
          <p:cNvSpPr txBox="true"/>
          <p:nvPr/>
        </p:nvSpPr>
        <p:spPr>
          <a:xfrm>
            <a:off x="-39370" y="5297805"/>
            <a:ext cx="418084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Già Aristotele aveva ipotizzato l’esistenza dell’etere, come quinto elemento dopo Terra, Acqua, Aria e Fuoco.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etere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330" y="130810"/>
            <a:ext cx="3430905" cy="2574290"/>
          </a:xfrm>
          <a:prstGeom prst="rect">
            <a:avLst/>
          </a:prstGeom>
        </p:spPr>
      </p:pic>
      <p:pic>
        <p:nvPicPr>
          <p:cNvPr id="4" name="Picture 3" descr="michmorley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4141470" y="2949575"/>
            <a:ext cx="4901565" cy="2933700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9409430" y="4154805"/>
            <a:ext cx="210566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L’esperimento di Michelson-Morley non riuscì a dimostrare l’esistenza dell’etere.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2390775" y="191135"/>
            <a:ext cx="73755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LA FRAGILITÀ DELLA FISICA CLASSICA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ominoinmovimento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8173720" y="1762125"/>
            <a:ext cx="1592580" cy="2781300"/>
          </a:xfrm>
          <a:prstGeom prst="rect">
            <a:avLst/>
          </a:prstGeom>
        </p:spPr>
      </p:pic>
      <p:pic>
        <p:nvPicPr>
          <p:cNvPr id="4" name="Picture 3" descr="ominoferm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775" y="1762125"/>
            <a:ext cx="1485265" cy="2781300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7526655" y="4559300"/>
            <a:ext cx="372173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Quando invece l’osservatore è in movimento con velocità u = c, secondo le trasformazioni di Galileo, non potrebbe riflettere la propria immagine in quanto si muove alla stessa velocità da lui emanata in un certo istante di tempo. E infatti v’ = c - u .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8" name="Text Box 7"/>
          <p:cNvSpPr txBox="true"/>
          <p:nvPr/>
        </p:nvSpPr>
        <p:spPr>
          <a:xfrm>
            <a:off x="1616710" y="4797425"/>
            <a:ext cx="210566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Quando l’osservatore è fermo l’immagine viene normalmente riflessa sullo specchio.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9" name="Text Box 8"/>
          <p:cNvSpPr txBox="true"/>
          <p:nvPr/>
        </p:nvSpPr>
        <p:spPr>
          <a:xfrm>
            <a:off x="5026025" y="2297430"/>
            <a:ext cx="1997710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RISULTATO:</a:t>
            </a: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fontAlgn="auto"/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0" name="Text Box 9"/>
          <p:cNvSpPr txBox="true"/>
          <p:nvPr/>
        </p:nvSpPr>
        <p:spPr>
          <a:xfrm>
            <a:off x="4558030" y="3065780"/>
            <a:ext cx="293370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20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POSSIAMO RENDERCI CONTO DI ESSERE FERMI O IN MOVIMENTO DI MOTO RETTILINEO UNIFORME, GUARDANDO UNO SPECCHIO!!!</a:t>
            </a:r>
            <a:endParaRPr lang="en-US" altLang="en-US" sz="20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692525" y="162560"/>
            <a:ext cx="477329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TRE POSSIBILI SCENARI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8" name="Text Box 7"/>
          <p:cNvSpPr txBox="true"/>
          <p:nvPr/>
        </p:nvSpPr>
        <p:spPr>
          <a:xfrm>
            <a:off x="2002155" y="1444625"/>
            <a:ext cx="818769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 fontAlgn="auto">
              <a:buFont typeface="+mj-lt"/>
              <a:buAutoNum type="arabicPeriod"/>
            </a:pPr>
            <a:r>
              <a:rPr lang="en-US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Il principio della relativa di Galileo è falso e quindi esiste un modo per rendersi conto se si è fermi o in moto rettilineo uniforme.</a:t>
            </a:r>
            <a:endParaRPr lang="en-US" altLang="en-US" sz="28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342900" indent="-342900" fontAlgn="auto">
              <a:buFont typeface="+mj-lt"/>
              <a:buAutoNum type="arabicPeriod"/>
            </a:pPr>
            <a:endParaRPr lang="en-US" altLang="en-US" sz="28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342900" indent="-342900" fontAlgn="auto">
              <a:buFont typeface="+mj-lt"/>
              <a:buAutoNum type="arabicPeriod"/>
            </a:pPr>
            <a:r>
              <a:rPr lang="en-US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Le leggi elaborate da Maxwell sono errate e quindi non esiste alcuna costante c.</a:t>
            </a:r>
            <a:endParaRPr lang="en-US" altLang="en-US" sz="28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342900" indent="-342900" fontAlgn="auto">
              <a:buFont typeface="+mj-lt"/>
              <a:buAutoNum type="arabicPeriod"/>
            </a:pPr>
            <a:endParaRPr lang="en-US" altLang="en-US" sz="28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342900" indent="-342900" fontAlgn="auto">
              <a:buFont typeface="+mj-lt"/>
              <a:buAutoNum type="arabicPeriod"/>
            </a:pPr>
            <a:r>
              <a:rPr lang="en-US" altLang="en-US" sz="28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Le trasformazioni di Galileo e la meccanica conseguente sono errate.</a:t>
            </a:r>
            <a:endParaRPr lang="en-US" altLang="en-US" sz="28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2" name="Oval 1"/>
          <p:cNvSpPr/>
          <p:nvPr/>
        </p:nvSpPr>
        <p:spPr>
          <a:xfrm>
            <a:off x="1457325" y="4178300"/>
            <a:ext cx="9171940" cy="1462405"/>
          </a:xfrm>
          <a:prstGeom prst="ellipse">
            <a:avLst/>
          </a:prstGeom>
          <a:noFill/>
          <a:ln>
            <a:solidFill>
              <a:srgbClr val="FF400D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423920" y="154940"/>
            <a:ext cx="53098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LA RELATIVITÀ RISTRETTA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8" name="Text Box 7"/>
          <p:cNvSpPr txBox="true"/>
          <p:nvPr/>
        </p:nvSpPr>
        <p:spPr>
          <a:xfrm>
            <a:off x="4968240" y="1445260"/>
            <a:ext cx="695515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en-US" altLang="en-US" sz="20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“Le leggi secondo cui variano gli stati di un sistema fisico non</a:t>
            </a:r>
            <a:endParaRPr lang="en-US" altLang="en-US" sz="20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algn="r" fontAlgn="auto"/>
            <a:r>
              <a:rPr lang="en-US" altLang="en-US" sz="20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dipendono dal fatto di essere riferite all’uno o all’altro di due sistemi di</a:t>
            </a:r>
            <a:endParaRPr lang="en-US" altLang="en-US" sz="20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algn="r" fontAlgn="auto"/>
            <a:r>
              <a:rPr lang="en-US" altLang="en-US" sz="20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coordinate in moto relativo uniforme.”</a:t>
            </a:r>
            <a:endParaRPr lang="en-US" altLang="en-US" sz="20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4" name="Text Box 3"/>
          <p:cNvSpPr txBox="true"/>
          <p:nvPr/>
        </p:nvSpPr>
        <p:spPr>
          <a:xfrm>
            <a:off x="4487545" y="3509010"/>
            <a:ext cx="743585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en-US" altLang="en-US" sz="20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“Un raggio di luce si muove in ogni sistema inerziale di coordinate con</a:t>
            </a:r>
            <a:endParaRPr lang="en-US" altLang="en-US" sz="20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algn="r" fontAlgn="auto"/>
            <a:r>
              <a:rPr lang="en-US" altLang="en-US" sz="20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la stessa velocità c, sia che venga emesso da una sorgente fissa o da una</a:t>
            </a:r>
            <a:endParaRPr lang="en-US" altLang="en-US" sz="20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algn="r" fontAlgn="auto"/>
            <a:r>
              <a:rPr lang="en-US" altLang="en-US" sz="20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sorgente in movimento.”</a:t>
            </a:r>
            <a:endParaRPr lang="en-US" altLang="en-US" sz="20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6" name="Text Box 5"/>
          <p:cNvSpPr txBox="true"/>
          <p:nvPr/>
        </p:nvSpPr>
        <p:spPr>
          <a:xfrm>
            <a:off x="9593580" y="2459990"/>
            <a:ext cx="23298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Primo postulato di Einstein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9" name="Text Box 8"/>
          <p:cNvSpPr txBox="true"/>
          <p:nvPr/>
        </p:nvSpPr>
        <p:spPr>
          <a:xfrm>
            <a:off x="9349740" y="4523740"/>
            <a:ext cx="257365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Secondo</a:t>
            </a: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 postulato di Einstein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0" name="Picture 9" descr="trasformazioni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" y="1445260"/>
            <a:ext cx="4615180" cy="4342765"/>
          </a:xfrm>
          <a:prstGeom prst="rect">
            <a:avLst/>
          </a:prstGeom>
        </p:spPr>
      </p:pic>
      <p:sp>
        <p:nvSpPr>
          <p:cNvPr id="11" name="Text Box 10"/>
          <p:cNvSpPr txBox="true"/>
          <p:nvPr/>
        </p:nvSpPr>
        <p:spPr>
          <a:xfrm>
            <a:off x="835660" y="1033145"/>
            <a:ext cx="22802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Trasformazioni di Lorentz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35280" y="140335"/>
            <a:ext cx="1152144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</a:t>
            </a:r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ILATAZIONE DEI TEMPI E CONTRAZIONE DELLE LUNGHEZZE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paradossogemelli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" y="140335"/>
            <a:ext cx="4173855" cy="5902960"/>
          </a:xfrm>
          <a:prstGeom prst="rect">
            <a:avLst/>
          </a:prstGeom>
        </p:spPr>
      </p:pic>
      <p:pic>
        <p:nvPicPr>
          <p:cNvPr id="3" name="Picture 2" descr="paradossogemelliformula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4441825" y="5288280"/>
            <a:ext cx="3308985" cy="782955"/>
          </a:xfrm>
          <a:prstGeom prst="rect">
            <a:avLst/>
          </a:prstGeom>
        </p:spPr>
      </p:pic>
      <p:pic>
        <p:nvPicPr>
          <p:cNvPr id="10" name="Picture 9" descr="contrazionelunghezze1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0" y="948055"/>
            <a:ext cx="5681980" cy="3720465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>
            <a:off x="3378835" y="5679440"/>
            <a:ext cx="995045" cy="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12" name="Picture 11" descr="contrazionelunghezzeformula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7919085" y="5383530"/>
            <a:ext cx="4161155" cy="591820"/>
          </a:xfrm>
          <a:prstGeom prst="rect">
            <a:avLst/>
          </a:prstGeom>
        </p:spPr>
      </p:pic>
      <p:cxnSp>
        <p:nvCxnSpPr>
          <p:cNvPr id="13" name="Straight Arrow Connector 12"/>
          <p:cNvCxnSpPr/>
          <p:nvPr/>
        </p:nvCxnSpPr>
        <p:spPr>
          <a:xfrm>
            <a:off x="9996170" y="4668520"/>
            <a:ext cx="2540" cy="56388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4013</Words>
  <Application>WPS Presentation</Application>
  <PresentationFormat>宽屏</PresentationFormat>
  <Paragraphs>154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4" baseType="lpstr">
      <vt:lpstr>Arial</vt:lpstr>
      <vt:lpstr>SimSun</vt:lpstr>
      <vt:lpstr>Wingdings</vt:lpstr>
      <vt:lpstr>Nimbus Roman No9 L</vt:lpstr>
      <vt:lpstr>OPTINational-Gothic</vt:lpstr>
      <vt:lpstr>微软雅黑</vt:lpstr>
      <vt:lpstr>Droid Sans Fallback</vt:lpstr>
      <vt:lpstr>Arial Unicode MS</vt:lpstr>
      <vt:lpstr>Arial Black</vt:lpstr>
      <vt:lpstr>SimSun</vt:lpstr>
      <vt:lpstr>C059</vt:lpstr>
      <vt:lpstr>Standard Symbols PS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stanman</dc:creator>
  <cp:lastModifiedBy>stanman</cp:lastModifiedBy>
  <cp:revision>18</cp:revision>
  <dcterms:created xsi:type="dcterms:W3CDTF">2021-06-08T00:10:07Z</dcterms:created>
  <dcterms:modified xsi:type="dcterms:W3CDTF">2021-06-08T00:10:07Z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1033-11.1.0.10161</vt:lpwstr>
  </property>
</Properties>
</file>