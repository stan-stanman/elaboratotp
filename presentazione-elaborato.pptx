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handoutMasterIdLst>
    <p:handoutMasterId r:id="rId25"/>
  </p:handoutMasterIdLst>
  <p:sldIdLst>
    <p:sldId id="256" r:id="rId3"/>
    <p:sldId id="257" r:id="rId4"/>
    <p:sldId id="258" r:id="rId5"/>
    <p:sldId id="259" r:id="rId6"/>
    <p:sldId id="261" r:id="rId7"/>
    <p:sldId id="276" r:id="rId8"/>
    <p:sldId id="260"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7FF52"/>
    <a:srgbClr val="FF400D"/>
    <a:srgbClr val="800000"/>
    <a:srgbClr val="8E2100"/>
    <a:srgbClr val="644647"/>
    <a:srgbClr val="1C6420"/>
    <a:srgbClr val="271B1C"/>
    <a:srgbClr val="B2B2B2"/>
    <a:srgbClr val="202020"/>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118"/>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handoutMaster" Target="handoutMasters/handoutMaster1.xml"/><Relationship Id="rId24" Type="http://schemas.openxmlformats.org/officeDocument/2006/relationships/notesMaster" Target="notesMasters/notesMaster1.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4BE40EF7-4FDB-46DC-AD5C-7AA9927BCDC4}" type="doc">
      <dgm:prSet loTypeId="process" loCatId="process" qsTypeId="urn:microsoft.com/office/officeart/2005/8/quickstyle/simple2" qsCatId="simple" csTypeId="urn:microsoft.com/office/officeart/2005/8/colors/accent6_1" csCatId="accent1" phldr="false"/>
      <dgm:spPr/>
      <dgm:t>
        <a:bodyPr/>
        <a:p>
          <a:endParaRPr lang="en-US"/>
        </a:p>
      </dgm:t>
    </dgm:pt>
    <dgm:pt modelId="{79A907BE-6A57-46F9-949B-2F83975E5013}">
      <dgm:prSet phldrT="[Text]" phldr="false" custT="false"/>
      <dgm:spPr/>
      <dgm:t>
        <a:bodyPr vert="horz" wrap="square"/>
        <a:p>
          <a:pPr>
            <a:lnSpc>
              <a:spcPct val="100000"/>
            </a:lnSpc>
            <a:spcBef>
              <a:spcPct val="0"/>
            </a:spcBef>
            <a:spcAft>
              <a:spcPct val="35000"/>
            </a:spcAft>
          </a:pPr>
          <a:r>
            <a:rPr lang="en-US" altLang="en-US" cap="all">
              <a:uFillTx/>
            </a:rPr>
            <a:t>Osservazione</a:t>
          </a:r>
          <a:r>
            <a:rPr lang="en-US" altLang="en-US" cap="all">
              <a:uFillTx/>
            </a:rPr>
            <a:t/>
          </a:r>
          <a:endParaRPr lang="en-US" altLang="en-US" cap="all">
            <a:uFillTx/>
          </a:endParaRPr>
        </a:p>
      </dgm:t>
    </dgm:pt>
    <dgm:pt modelId="{27508ADE-09B9-4692-B3B1-997C0A038367}" cxnId="{2C8D89BD-E59B-4414-8B24-7BBA3B03E0DC}" type="parTrans">
      <dgm:prSet/>
      <dgm:spPr/>
      <dgm:t>
        <a:bodyPr/>
        <a:p>
          <a:endParaRPr lang="en-US"/>
        </a:p>
      </dgm:t>
    </dgm:pt>
    <dgm:pt modelId="{6E764295-1C97-4A8A-BB23-8F6587B65D20}" cxnId="{2C8D89BD-E59B-4414-8B24-7BBA3B03E0DC}" type="sibTrans">
      <dgm:prSet/>
      <dgm:spPr/>
      <dgm:t>
        <a:bodyPr/>
        <a:p>
          <a:endParaRPr lang="en-US"/>
        </a:p>
      </dgm:t>
    </dgm:pt>
    <dgm:pt modelId="{047E9EF6-99D9-47D4-8421-7851F36A512F}">
      <dgm:prSet phldrT="[Text]" phldr="false" custT="false"/>
      <dgm:spPr/>
      <dgm:t>
        <a:bodyPr vert="horz" wrap="square"/>
        <a:p>
          <a:pPr>
            <a:lnSpc>
              <a:spcPct val="100000"/>
            </a:lnSpc>
            <a:spcBef>
              <a:spcPct val="0"/>
            </a:spcBef>
            <a:spcAft>
              <a:spcPct val="35000"/>
            </a:spcAft>
          </a:pPr>
          <a:r>
            <a:rPr lang="en-US" altLang="en-US"/>
            <a:t>Individuazione del problema</a:t>
          </a:r>
          <a:r>
            <a:rPr lang="en-US" altLang="en-US"/>
            <a:t/>
          </a:r>
          <a:endParaRPr lang="en-US" altLang="en-US"/>
        </a:p>
      </dgm:t>
    </dgm:pt>
    <dgm:pt modelId="{2AC7BC3F-1829-4928-9FDD-1BD085861192}" cxnId="{EB280F5E-EE85-4BAC-A296-B994C0FFB6A1}" type="parTrans">
      <dgm:prSet/>
      <dgm:spPr/>
      <dgm:t>
        <a:bodyPr/>
        <a:p>
          <a:endParaRPr lang="en-US"/>
        </a:p>
      </dgm:t>
    </dgm:pt>
    <dgm:pt modelId="{B3A60D08-4CF1-4AD3-A554-8DA1472F6362}" cxnId="{EB280F5E-EE85-4BAC-A296-B994C0FFB6A1}" type="sibTrans">
      <dgm:prSet/>
      <dgm:spPr/>
      <dgm:t>
        <a:bodyPr/>
        <a:p>
          <a:endParaRPr lang="en-US"/>
        </a:p>
      </dgm:t>
    </dgm:pt>
    <dgm:pt modelId="{9B99C3CE-0550-4254-B164-BB9424E18E56}">
      <dgm:prSet phldrT="[Text]" phldr="false" custT="false"/>
      <dgm:spPr/>
      <dgm:t>
        <a:bodyPr vert="horz" wrap="square"/>
        <a:p>
          <a:pPr>
            <a:lnSpc>
              <a:spcPct val="100000"/>
            </a:lnSpc>
            <a:spcBef>
              <a:spcPct val="0"/>
            </a:spcBef>
            <a:spcAft>
              <a:spcPct val="35000"/>
            </a:spcAft>
          </a:pPr>
          <a:r>
            <a:rPr lang="en-US" altLang="en-US"/>
            <a:t>Documentazione</a:t>
          </a:r>
          <a:r>
            <a:rPr lang="en-US" altLang="en-US"/>
            <a:t/>
          </a:r>
          <a:endParaRPr lang="en-US" altLang="en-US"/>
        </a:p>
      </dgm:t>
    </dgm:pt>
    <dgm:pt modelId="{CF18C7ED-262E-47EB-A8BC-BC18A4B2756C}" cxnId="{700F5984-0F48-4168-9326-A096CC609B76}" type="parTrans">
      <dgm:prSet/>
      <dgm:spPr/>
      <dgm:t>
        <a:bodyPr/>
        <a:p>
          <a:endParaRPr lang="en-US"/>
        </a:p>
      </dgm:t>
    </dgm:pt>
    <dgm:pt modelId="{C20DFEDB-A5DA-48B1-860C-C64E9FB9889D}" cxnId="{700F5984-0F48-4168-9326-A096CC609B76}" type="sibTrans">
      <dgm:prSet/>
      <dgm:spPr/>
      <dgm:t>
        <a:bodyPr/>
        <a:p>
          <a:endParaRPr lang="en-US"/>
        </a:p>
      </dgm:t>
    </dgm:pt>
    <dgm:pt modelId="{4DBF9FC0-7F11-49D1-A13A-F9EF16035E78}">
      <dgm:prSet phldrT="[Text]" phldr="false" custT="false"/>
      <dgm:spPr/>
      <dgm:t>
        <a:bodyPr vert="horz" wrap="square"/>
        <a:p>
          <a:pPr>
            <a:lnSpc>
              <a:spcPct val="100000"/>
            </a:lnSpc>
            <a:spcBef>
              <a:spcPct val="0"/>
            </a:spcBef>
            <a:spcAft>
              <a:spcPct val="35000"/>
            </a:spcAft>
          </a:pPr>
          <a:r>
            <a:rPr lang="en-US" altLang="en-US"/>
            <a:t>Formulazione dell’ipotesi</a:t>
          </a:r>
          <a:endParaRPr lang="en-US" altLang="en-US"/>
        </a:p>
      </dgm:t>
    </dgm:pt>
    <dgm:pt modelId="{716438C4-1259-4C94-B7A8-3756D5685E48}" cxnId="{551AA8AF-4A93-4C7B-9822-042263F60660}" type="parTrans">
      <dgm:prSet/>
      <dgm:spPr/>
      <dgm:t>
        <a:bodyPr/>
        <a:p>
          <a:endParaRPr lang="en-US"/>
        </a:p>
      </dgm:t>
    </dgm:pt>
    <dgm:pt modelId="{627790A7-E5AF-4DEF-9847-DE068ABD657B}" cxnId="{551AA8AF-4A93-4C7B-9822-042263F60660}" type="sibTrans">
      <dgm:prSet/>
      <dgm:spPr/>
      <dgm:t>
        <a:bodyPr/>
        <a:p>
          <a:endParaRPr lang="en-US"/>
        </a:p>
      </dgm:t>
    </dgm:pt>
    <dgm:pt modelId="{3B57DE3A-D0CA-4A4A-A50B-01FBE031AA69}">
      <dgm:prSet phldrT="[Text]" phldr="false" custT="false"/>
      <dgm:spPr/>
      <dgm:t>
        <a:bodyPr vert="horz" wrap="square"/>
        <a:p>
          <a:pPr>
            <a:lnSpc>
              <a:spcPct val="100000"/>
            </a:lnSpc>
            <a:spcBef>
              <a:spcPct val="0"/>
            </a:spcBef>
            <a:spcAft>
              <a:spcPct val="35000"/>
            </a:spcAft>
          </a:pPr>
          <a:r>
            <a:rPr lang="en-US" altLang="en-US"/>
            <a:t>Verifica sperimentale</a:t>
          </a:r>
          <a:endParaRPr lang="en-US" altLang="en-US"/>
        </a:p>
      </dgm:t>
    </dgm:pt>
    <dgm:pt modelId="{98FA3677-4FAE-4C5E-B3CE-CF3B6D80F4A1}" cxnId="{849CC6C0-17F5-422D-8068-606495A4D1CE}" type="parTrans">
      <dgm:prSet/>
      <dgm:spPr/>
      <dgm:t>
        <a:bodyPr/>
        <a:p>
          <a:endParaRPr lang="en-US"/>
        </a:p>
      </dgm:t>
    </dgm:pt>
    <dgm:pt modelId="{D4875198-FB6C-46A1-9EC3-6A21426D178B}" cxnId="{849CC6C0-17F5-422D-8068-606495A4D1CE}" type="sibTrans">
      <dgm:prSet/>
      <dgm:spPr/>
      <dgm:t>
        <a:bodyPr/>
        <a:p>
          <a:endParaRPr lang="en-US"/>
        </a:p>
      </dgm:t>
    </dgm:pt>
    <dgm:pt modelId="{35D741BB-77C5-49F1-844D-6D9105C84015}">
      <dgm:prSet phldr="false" custT="false"/>
      <dgm:spPr/>
      <dgm:t>
        <a:bodyPr vert="horz" wrap="square"/>
        <a:p>
          <a:pPr>
            <a:lnSpc>
              <a:spcPct val="100000"/>
            </a:lnSpc>
            <a:spcBef>
              <a:spcPct val="0"/>
            </a:spcBef>
            <a:spcAft>
              <a:spcPct val="35000"/>
            </a:spcAft>
          </a:pPr>
          <a:r>
            <a:rPr lang="en-US"/>
            <a:t>Analisi dei dati</a:t>
          </a:r>
          <a:endParaRPr lang="en-US"/>
        </a:p>
      </dgm:t>
    </dgm:pt>
    <dgm:pt modelId="{33D4312F-F820-4195-A2D5-6AEA8F459136}" cxnId="{59D37CAD-1177-4C0E-B59E-DFE527BF5D07}" type="parTrans">
      <dgm:prSet/>
      <dgm:spPr/>
    </dgm:pt>
    <dgm:pt modelId="{8AAF24B2-DCD8-49F5-B32A-E5896BB6673B}" cxnId="{59D37CAD-1177-4C0E-B59E-DFE527BF5D07}" type="sibTrans">
      <dgm:prSet/>
      <dgm:spPr/>
    </dgm:pt>
    <dgm:pt modelId="{0CBCCB41-4C6E-46D9-9AF7-878DCABCD693}">
      <dgm:prSet phldr="false" custT="false"/>
      <dgm:spPr/>
      <dgm:t>
        <a:bodyPr vert="horz" wrap="square"/>
        <a:p>
          <a:pPr>
            <a:lnSpc>
              <a:spcPct val="100000"/>
            </a:lnSpc>
            <a:spcBef>
              <a:spcPct val="0"/>
            </a:spcBef>
            <a:spcAft>
              <a:spcPct val="35000"/>
            </a:spcAft>
          </a:pPr>
          <a:r>
            <a:rPr lang="en-US"/>
            <a:t>Ipotesi confermata</a:t>
          </a:r>
          <a:endParaRPr lang="en-US"/>
        </a:p>
      </dgm:t>
    </dgm:pt>
    <dgm:pt modelId="{13CA5603-C15B-4BC2-846F-2A9C570D98EA}" cxnId="{9C14E2BA-FC73-4EB0-AA81-D6579F413EC6}" type="parTrans">
      <dgm:prSet/>
      <dgm:spPr/>
    </dgm:pt>
    <dgm:pt modelId="{21861301-58AD-42B8-B900-8AD351B4E506}" cxnId="{9C14E2BA-FC73-4EB0-AA81-D6579F413EC6}" type="sibTrans">
      <dgm:prSet/>
      <dgm:spPr/>
    </dgm:pt>
    <dgm:pt modelId="{B064E4B4-A932-4043-89FB-F01D06BADBCD}">
      <dgm:prSet phldr="false" custT="false"/>
      <dgm:spPr/>
      <dgm:t>
        <a:bodyPr vert="horz" wrap="square"/>
        <a:p>
          <a:pPr>
            <a:lnSpc>
              <a:spcPct val="100000"/>
            </a:lnSpc>
            <a:spcBef>
              <a:spcPct val="0"/>
            </a:spcBef>
            <a:spcAft>
              <a:spcPct val="35000"/>
            </a:spcAft>
          </a:pPr>
          <a:r>
            <a:rPr lang="en-US"/>
            <a:t>Comunicazione dei risultati</a:t>
          </a:r>
          <a:endParaRPr lang="en-US"/>
        </a:p>
      </dgm:t>
    </dgm:pt>
    <dgm:pt modelId="{E225B113-D57E-4E49-8511-231E27AB1E97}" cxnId="{FD79F4A0-0842-4529-B987-09FE0D371FB4}" type="parTrans">
      <dgm:prSet/>
      <dgm:spPr/>
    </dgm:pt>
    <dgm:pt modelId="{87224BD6-8B6A-4332-8A32-C10B20A8B3FA}" cxnId="{FD79F4A0-0842-4529-B987-09FE0D371FB4}" type="sibTrans">
      <dgm:prSet/>
      <dgm:spPr/>
    </dgm:pt>
    <dgm:pt modelId="{E039BAFA-2E94-4454-BD39-E719F745DFD2}">
      <dgm:prSet phldr="false" custT="false"/>
      <dgm:spPr/>
      <dgm:t>
        <a:bodyPr vert="horz" wrap="square"/>
        <a:p>
          <a:pPr>
            <a:lnSpc>
              <a:spcPct val="100000"/>
            </a:lnSpc>
            <a:spcBef>
              <a:spcPct val="0"/>
            </a:spcBef>
            <a:spcAft>
              <a:spcPct val="35000"/>
            </a:spcAft>
          </a:pPr>
          <a:r>
            <a:rPr lang="en-US"/>
            <a:t>Ricerche e verifiche ulteriori</a:t>
          </a:r>
          <a:endParaRPr lang="en-US"/>
        </a:p>
      </dgm:t>
    </dgm:pt>
    <dgm:pt modelId="{5BAA3B82-568B-45D6-B99E-62F1B6CC7763}" cxnId="{487CF02D-7CE3-4CF6-905F-487292164C86}" type="parTrans">
      <dgm:prSet/>
      <dgm:spPr/>
    </dgm:pt>
    <dgm:pt modelId="{7D58E61C-4C21-4EF8-A4A6-CE9F1EA7F074}" cxnId="{487CF02D-7CE3-4CF6-905F-487292164C86}" type="sibTrans">
      <dgm:prSet/>
      <dgm:spPr/>
    </dgm:pt>
    <dgm:pt modelId="{528A2CAA-AD05-47AF-9747-E266F390039B}">
      <dgm:prSet phldr="false" custT="false"/>
      <dgm:spPr/>
      <dgm:t>
        <a:bodyPr vert="horz" wrap="square"/>
        <a:p>
          <a:pPr>
            <a:lnSpc>
              <a:spcPct val="100000"/>
            </a:lnSpc>
            <a:spcBef>
              <a:spcPct val="0"/>
            </a:spcBef>
            <a:spcAft>
              <a:spcPct val="35000"/>
            </a:spcAft>
          </a:pPr>
          <a:r>
            <a:rPr lang="en-US" cap="all">
              <a:uFillTx/>
            </a:rPr>
            <a:t>Formulazione della legge</a:t>
          </a:r>
          <a:r>
            <a:rPr lang="en-US" cap="all">
              <a:uFillTx/>
            </a:rPr>
            <a:t/>
          </a:r>
          <a:endParaRPr lang="en-US" cap="all">
            <a:uFillTx/>
          </a:endParaRPr>
        </a:p>
      </dgm:t>
    </dgm:pt>
    <dgm:pt modelId="{7BBE736D-581B-4263-A589-6BC58CEB79A4}" cxnId="{3561C6DB-4FEC-454E-BD5A-0CC9C0D9F7CA}" type="parTrans">
      <dgm:prSet/>
      <dgm:spPr/>
    </dgm:pt>
    <dgm:pt modelId="{FF482F08-D34D-4229-B509-0FBCB03C4E9E}" cxnId="{3561C6DB-4FEC-454E-BD5A-0CC9C0D9F7CA}" type="sibTrans">
      <dgm:prSet/>
      <dgm:spPr/>
    </dgm:pt>
    <dgm:pt modelId="{1623B4C5-2499-4637-B07C-6AE8AE2BD718}" type="pres">
      <dgm:prSet presAssocID="{4BE40EF7-4FDB-46DC-AD5C-7AA9927BCDC4}" presName="Name0" presStyleCnt="0">
        <dgm:presLayoutVars>
          <dgm:dir/>
          <dgm:resizeHandles val="exact"/>
        </dgm:presLayoutVars>
      </dgm:prSet>
      <dgm:spPr/>
    </dgm:pt>
    <dgm:pt modelId="{2FBE2C1E-1D94-400F-A227-985D4DA10085}" type="pres">
      <dgm:prSet presAssocID="{79A907BE-6A57-46F9-949B-2F83975E5013}" presName="node" presStyleLbl="node1" presStyleIdx="0" presStyleCnt="10">
        <dgm:presLayoutVars>
          <dgm:bulletEnabled val="true"/>
        </dgm:presLayoutVars>
      </dgm:prSet>
      <dgm:spPr/>
    </dgm:pt>
    <dgm:pt modelId="{9F73252C-5345-45F1-A6FA-69E44781CCB0}" type="pres">
      <dgm:prSet presAssocID="{6E764295-1C97-4A8A-BB23-8F6587B65D20}" presName="sibTrans" presStyleLbl="sibTrans1D1" presStyleIdx="0" presStyleCnt="9"/>
      <dgm:spPr/>
    </dgm:pt>
    <dgm:pt modelId="{0A91809B-8299-4CB8-B3C9-28D901126CE1}" type="pres">
      <dgm:prSet presAssocID="{6E764295-1C97-4A8A-BB23-8F6587B65D20}" presName="connectorText" presStyleCnt="0"/>
      <dgm:spPr/>
    </dgm:pt>
    <dgm:pt modelId="{0482690C-586E-41D6-8B40-4CA7581A9CE9}" type="pres">
      <dgm:prSet presAssocID="{047E9EF6-99D9-47D4-8421-7851F36A512F}" presName="node" presStyleLbl="node1" presStyleIdx="1" presStyleCnt="10">
        <dgm:presLayoutVars>
          <dgm:bulletEnabled val="true"/>
        </dgm:presLayoutVars>
      </dgm:prSet>
      <dgm:spPr/>
    </dgm:pt>
    <dgm:pt modelId="{EBB69596-36AB-40F1-91C5-FC3350A00067}" type="pres">
      <dgm:prSet presAssocID="{B3A60D08-4CF1-4AD3-A554-8DA1472F6362}" presName="sibTrans" presStyleLbl="sibTrans1D1" presStyleIdx="1" presStyleCnt="9"/>
      <dgm:spPr/>
    </dgm:pt>
    <dgm:pt modelId="{9F0FF7A9-40E9-4C02-BFFF-6F0641C2389B}" type="pres">
      <dgm:prSet presAssocID="{B3A60D08-4CF1-4AD3-A554-8DA1472F6362}" presName="connectorText" presStyleCnt="0"/>
      <dgm:spPr/>
    </dgm:pt>
    <dgm:pt modelId="{E5145E43-B450-47CE-B1E5-1482BCF4071D}" type="pres">
      <dgm:prSet presAssocID="{9B99C3CE-0550-4254-B164-BB9424E18E56}" presName="node" presStyleLbl="node1" presStyleIdx="2" presStyleCnt="10">
        <dgm:presLayoutVars>
          <dgm:bulletEnabled val="true"/>
        </dgm:presLayoutVars>
      </dgm:prSet>
      <dgm:spPr/>
    </dgm:pt>
    <dgm:pt modelId="{31F3FE5F-74B2-48F8-89DC-AE29DBB498B0}" type="pres">
      <dgm:prSet presAssocID="{C20DFEDB-A5DA-48B1-860C-C64E9FB9889D}" presName="sibTrans" presStyleLbl="sibTrans1D1" presStyleIdx="2" presStyleCnt="9"/>
      <dgm:spPr/>
    </dgm:pt>
    <dgm:pt modelId="{EF27A438-6BA1-43B2-9139-DBAF3CBBEF89}" type="pres">
      <dgm:prSet presAssocID="{C20DFEDB-A5DA-48B1-860C-C64E9FB9889D}" presName="connectorText" presStyleCnt="0"/>
      <dgm:spPr/>
    </dgm:pt>
    <dgm:pt modelId="{13492D71-E670-42C9-A619-1DE9B5F887F1}" type="pres">
      <dgm:prSet presAssocID="{4DBF9FC0-7F11-49D1-A13A-F9EF16035E78}" presName="node" presStyleLbl="node1" presStyleIdx="3" presStyleCnt="10">
        <dgm:presLayoutVars>
          <dgm:bulletEnabled val="true"/>
        </dgm:presLayoutVars>
      </dgm:prSet>
      <dgm:spPr/>
    </dgm:pt>
    <dgm:pt modelId="{8C52703D-FEAE-4AA9-949F-F5EC21A49406}" type="pres">
      <dgm:prSet presAssocID="{627790A7-E5AF-4DEF-9847-DE068ABD657B}" presName="sibTrans" presStyleLbl="sibTrans1D1" presStyleIdx="3" presStyleCnt="9"/>
      <dgm:spPr/>
    </dgm:pt>
    <dgm:pt modelId="{25682F77-3616-4F0B-8522-3E0CC5E8212D}" type="pres">
      <dgm:prSet presAssocID="{627790A7-E5AF-4DEF-9847-DE068ABD657B}" presName="connectorText" presStyleCnt="0"/>
      <dgm:spPr/>
    </dgm:pt>
    <dgm:pt modelId="{F80816D7-392E-4741-B9A3-C73586F7EC67}" type="pres">
      <dgm:prSet presAssocID="{3B57DE3A-D0CA-4A4A-A50B-01FBE031AA69}" presName="node" presStyleLbl="node1" presStyleIdx="4" presStyleCnt="10">
        <dgm:presLayoutVars>
          <dgm:bulletEnabled val="true"/>
        </dgm:presLayoutVars>
      </dgm:prSet>
      <dgm:spPr/>
    </dgm:pt>
    <dgm:pt modelId="{3D35D559-FC15-4723-8F76-803A74E52A30}" type="pres">
      <dgm:prSet presAssocID="{D4875198-FB6C-46A1-9EC3-6A21426D178B}" presName="sibTrans" presStyleLbl="sibTrans1D1" presStyleIdx="4" presStyleCnt="9"/>
      <dgm:spPr/>
    </dgm:pt>
    <dgm:pt modelId="{3057F46B-8FE8-4F2A-9C39-D9BB70E16CC4}" type="pres">
      <dgm:prSet presAssocID="{D4875198-FB6C-46A1-9EC3-6A21426D178B}" presName="connectorText" presStyleCnt="0"/>
      <dgm:spPr/>
    </dgm:pt>
    <dgm:pt modelId="{FBA0A77B-8352-4C42-B7D5-7C83363A7874}" type="pres">
      <dgm:prSet presAssocID="{35D741BB-77C5-49F1-844D-6D9105C84015}" presName="node" presStyleLbl="node1" presStyleIdx="5" presStyleCnt="10">
        <dgm:presLayoutVars>
          <dgm:bulletEnabled val="true"/>
        </dgm:presLayoutVars>
      </dgm:prSet>
      <dgm:spPr/>
    </dgm:pt>
    <dgm:pt modelId="{AF0F3B5A-6BF1-4C0D-ACE3-FC3229887631}" type="pres">
      <dgm:prSet presAssocID="{8AAF24B2-DCD8-49F5-B32A-E5896BB6673B}" presName="sibTrans" presStyleLbl="sibTrans1D1" presStyleIdx="5" presStyleCnt="9"/>
      <dgm:spPr/>
    </dgm:pt>
    <dgm:pt modelId="{E6FC4B6E-D89F-427D-9D2B-82937C0C44CB}" type="pres">
      <dgm:prSet presAssocID="{8AAF24B2-DCD8-49F5-B32A-E5896BB6673B}" presName="connectorText" presStyleCnt="0"/>
      <dgm:spPr/>
    </dgm:pt>
    <dgm:pt modelId="{073A29C7-3BC3-42A7-AA3F-6B8157543E42}" type="pres">
      <dgm:prSet presAssocID="{0CBCCB41-4C6E-46D9-9AF7-878DCABCD693}" presName="node" presStyleLbl="node1" presStyleIdx="6" presStyleCnt="10">
        <dgm:presLayoutVars>
          <dgm:bulletEnabled val="true"/>
        </dgm:presLayoutVars>
      </dgm:prSet>
      <dgm:spPr/>
    </dgm:pt>
    <dgm:pt modelId="{54CDD26F-E6A2-4870-924B-05FF04E085DB}" type="pres">
      <dgm:prSet presAssocID="{21861301-58AD-42B8-B900-8AD351B4E506}" presName="sibTrans" presStyleLbl="sibTrans1D1" presStyleIdx="6" presStyleCnt="9"/>
      <dgm:spPr/>
    </dgm:pt>
    <dgm:pt modelId="{6C27CAF1-3033-404D-B882-95D8BC58DF2D}" type="pres">
      <dgm:prSet presAssocID="{21861301-58AD-42B8-B900-8AD351B4E506}" presName="connectorText" presStyleCnt="0"/>
      <dgm:spPr/>
    </dgm:pt>
    <dgm:pt modelId="{7B777F2E-D527-4A8C-B26F-6E19ADC1AD96}" type="pres">
      <dgm:prSet presAssocID="{B064E4B4-A932-4043-89FB-F01D06BADBCD}" presName="node" presStyleLbl="node1" presStyleIdx="7" presStyleCnt="10">
        <dgm:presLayoutVars>
          <dgm:bulletEnabled val="true"/>
        </dgm:presLayoutVars>
      </dgm:prSet>
      <dgm:spPr/>
    </dgm:pt>
    <dgm:pt modelId="{2CDEA325-E5C0-43C8-BD90-51BC76F2EA8B}" type="pres">
      <dgm:prSet presAssocID="{87224BD6-8B6A-4332-8A32-C10B20A8B3FA}" presName="sibTrans" presStyleLbl="sibTrans1D1" presStyleIdx="7" presStyleCnt="9"/>
      <dgm:spPr/>
    </dgm:pt>
    <dgm:pt modelId="{8A3BA126-A69D-46AE-BFC5-B9721275CE59}" type="pres">
      <dgm:prSet presAssocID="{87224BD6-8B6A-4332-8A32-C10B20A8B3FA}" presName="connectorText" presStyleCnt="0"/>
      <dgm:spPr/>
    </dgm:pt>
    <dgm:pt modelId="{9A9EA554-7DA0-401D-AEA2-6155D0FA75D9}" type="pres">
      <dgm:prSet presAssocID="{E039BAFA-2E94-4454-BD39-E719F745DFD2}" presName="node" presStyleLbl="node1" presStyleIdx="8" presStyleCnt="10">
        <dgm:presLayoutVars>
          <dgm:bulletEnabled val="true"/>
        </dgm:presLayoutVars>
      </dgm:prSet>
      <dgm:spPr/>
    </dgm:pt>
    <dgm:pt modelId="{87A2B6C2-D221-4807-B0CE-037D50AF34AD}" type="pres">
      <dgm:prSet presAssocID="{7D58E61C-4C21-4EF8-A4A6-CE9F1EA7F074}" presName="sibTrans" presStyleLbl="sibTrans1D1" presStyleIdx="8" presStyleCnt="9"/>
      <dgm:spPr/>
    </dgm:pt>
    <dgm:pt modelId="{3C6AC5CE-4067-41EE-8E93-71E8FDCD9B41}" type="pres">
      <dgm:prSet presAssocID="{7D58E61C-4C21-4EF8-A4A6-CE9F1EA7F074}" presName="connectorText" presStyleCnt="0"/>
      <dgm:spPr/>
    </dgm:pt>
    <dgm:pt modelId="{657023FC-9007-4B07-A54B-73FC1F99DD9A}" type="pres">
      <dgm:prSet presAssocID="{528A2CAA-AD05-47AF-9747-E266F390039B}" presName="node" presStyleLbl="node1" presStyleIdx="9" presStyleCnt="10">
        <dgm:presLayoutVars>
          <dgm:bulletEnabled val="true"/>
        </dgm:presLayoutVars>
      </dgm:prSet>
      <dgm:spPr/>
    </dgm:pt>
  </dgm:ptLst>
  <dgm:cxnLst>
    <dgm:cxn modelId="{2C8D89BD-E59B-4414-8B24-7BBA3B03E0DC}" srcId="{4BE40EF7-4FDB-46DC-AD5C-7AA9927BCDC4}" destId="{79A907BE-6A57-46F9-949B-2F83975E5013}" srcOrd="0" destOrd="0" parTransId="{27508ADE-09B9-4692-B3B1-997C0A038367}" sibTransId="{6E764295-1C97-4A8A-BB23-8F6587B65D20}"/>
    <dgm:cxn modelId="{EB280F5E-EE85-4BAC-A296-B994C0FFB6A1}" srcId="{4BE40EF7-4FDB-46DC-AD5C-7AA9927BCDC4}" destId="{047E9EF6-99D9-47D4-8421-7851F36A512F}" srcOrd="1" destOrd="0" parTransId="{2AC7BC3F-1829-4928-9FDD-1BD085861192}" sibTransId="{B3A60D08-4CF1-4AD3-A554-8DA1472F6362}"/>
    <dgm:cxn modelId="{700F5984-0F48-4168-9326-A096CC609B76}" srcId="{4BE40EF7-4FDB-46DC-AD5C-7AA9927BCDC4}" destId="{9B99C3CE-0550-4254-B164-BB9424E18E56}" srcOrd="2" destOrd="0" parTransId="{CF18C7ED-262E-47EB-A8BC-BC18A4B2756C}" sibTransId="{C20DFEDB-A5DA-48B1-860C-C64E9FB9889D}"/>
    <dgm:cxn modelId="{551AA8AF-4A93-4C7B-9822-042263F60660}" srcId="{4BE40EF7-4FDB-46DC-AD5C-7AA9927BCDC4}" destId="{4DBF9FC0-7F11-49D1-A13A-F9EF16035E78}" srcOrd="3" destOrd="0" parTransId="{716438C4-1259-4C94-B7A8-3756D5685E48}" sibTransId="{627790A7-E5AF-4DEF-9847-DE068ABD657B}"/>
    <dgm:cxn modelId="{849CC6C0-17F5-422D-8068-606495A4D1CE}" srcId="{4BE40EF7-4FDB-46DC-AD5C-7AA9927BCDC4}" destId="{3B57DE3A-D0CA-4A4A-A50B-01FBE031AA69}" srcOrd="4" destOrd="0" parTransId="{98FA3677-4FAE-4C5E-B3CE-CF3B6D80F4A1}" sibTransId="{D4875198-FB6C-46A1-9EC3-6A21426D178B}"/>
    <dgm:cxn modelId="{59D37CAD-1177-4C0E-B59E-DFE527BF5D07}" srcId="{4BE40EF7-4FDB-46DC-AD5C-7AA9927BCDC4}" destId="{35D741BB-77C5-49F1-844D-6D9105C84015}" srcOrd="5" destOrd="0" parTransId="{33D4312F-F820-4195-A2D5-6AEA8F459136}" sibTransId="{8AAF24B2-DCD8-49F5-B32A-E5896BB6673B}"/>
    <dgm:cxn modelId="{9C14E2BA-FC73-4EB0-AA81-D6579F413EC6}" srcId="{4BE40EF7-4FDB-46DC-AD5C-7AA9927BCDC4}" destId="{0CBCCB41-4C6E-46D9-9AF7-878DCABCD693}" srcOrd="6" destOrd="0" parTransId="{13CA5603-C15B-4BC2-846F-2A9C570D98EA}" sibTransId="{21861301-58AD-42B8-B900-8AD351B4E506}"/>
    <dgm:cxn modelId="{FD79F4A0-0842-4529-B987-09FE0D371FB4}" srcId="{4BE40EF7-4FDB-46DC-AD5C-7AA9927BCDC4}" destId="{B064E4B4-A932-4043-89FB-F01D06BADBCD}" srcOrd="7" destOrd="0" parTransId="{E225B113-D57E-4E49-8511-231E27AB1E97}" sibTransId="{87224BD6-8B6A-4332-8A32-C10B20A8B3FA}"/>
    <dgm:cxn modelId="{487CF02D-7CE3-4CF6-905F-487292164C86}" srcId="{4BE40EF7-4FDB-46DC-AD5C-7AA9927BCDC4}" destId="{E039BAFA-2E94-4454-BD39-E719F745DFD2}" srcOrd="8" destOrd="0" parTransId="{5BAA3B82-568B-45D6-B99E-62F1B6CC7763}" sibTransId="{7D58E61C-4C21-4EF8-A4A6-CE9F1EA7F074}"/>
    <dgm:cxn modelId="{3561C6DB-4FEC-454E-BD5A-0CC9C0D9F7CA}" srcId="{4BE40EF7-4FDB-46DC-AD5C-7AA9927BCDC4}" destId="{528A2CAA-AD05-47AF-9747-E266F390039B}" srcOrd="9" destOrd="0" parTransId="{7BBE736D-581B-4263-A589-6BC58CEB79A4}" sibTransId="{FF482F08-D34D-4229-B509-0FBCB03C4E9E}"/>
    <dgm:cxn modelId="{275BE831-AD0D-4BD8-BBCE-BFF89971F22E}" type="presOf" srcId="{4BE40EF7-4FDB-46DC-AD5C-7AA9927BCDC4}" destId="{1623B4C5-2499-4637-B07C-6AE8AE2BD718}" srcOrd="0" destOrd="0" presId="urn:microsoft.com/office/officeart/2005/8/layout/bProcess3"/>
    <dgm:cxn modelId="{89A2C3B8-0EF8-41F0-A849-5A9ACBD509E5}" type="presParOf" srcId="{1623B4C5-2499-4637-B07C-6AE8AE2BD718}" destId="{2FBE2C1E-1D94-400F-A227-985D4DA10085}" srcOrd="0" destOrd="0" presId="urn:microsoft.com/office/officeart/2005/8/layout/bProcess3"/>
    <dgm:cxn modelId="{CE36B8BD-4488-4287-B302-1C306275E4FB}" type="presOf" srcId="{79A907BE-6A57-46F9-949B-2F83975E5013}" destId="{2FBE2C1E-1D94-400F-A227-985D4DA10085}" srcOrd="0" destOrd="0" presId="urn:microsoft.com/office/officeart/2005/8/layout/bProcess3"/>
    <dgm:cxn modelId="{D3622E04-DE8F-4C52-BAED-DCDE54672384}" type="presParOf" srcId="{1623B4C5-2499-4637-B07C-6AE8AE2BD718}" destId="{9F73252C-5345-45F1-A6FA-69E44781CCB0}" srcOrd="1" destOrd="0" presId="urn:microsoft.com/office/officeart/2005/8/layout/bProcess3"/>
    <dgm:cxn modelId="{4ADD6546-C669-432B-94AD-2E021F4DB16C}" type="presOf" srcId="{6E764295-1C97-4A8A-BB23-8F6587B65D20}" destId="{9F73252C-5345-45F1-A6FA-69E44781CCB0}" srcOrd="0" destOrd="0" presId="urn:microsoft.com/office/officeart/2005/8/layout/bProcess3"/>
    <dgm:cxn modelId="{F312C004-29EC-4356-921E-6906D26EF097}" type="presParOf" srcId="{9F73252C-5345-45F1-A6FA-69E44781CCB0}" destId="{0A91809B-8299-4CB8-B3C9-28D901126CE1}" srcOrd="0" destOrd="1" presId="urn:microsoft.com/office/officeart/2005/8/layout/bProcess3"/>
    <dgm:cxn modelId="{E8D4AFD7-59E8-4760-8A5A-47174F74A17A}" type="presOf" srcId="{6E764295-1C97-4A8A-BB23-8F6587B65D20}" destId="{0A91809B-8299-4CB8-B3C9-28D901126CE1}" srcOrd="1" destOrd="0" presId="urn:microsoft.com/office/officeart/2005/8/layout/bProcess3"/>
    <dgm:cxn modelId="{FCEBE120-A4D8-4D3A-957B-AF623FF54AF1}" type="presParOf" srcId="{1623B4C5-2499-4637-B07C-6AE8AE2BD718}" destId="{0482690C-586E-41D6-8B40-4CA7581A9CE9}" srcOrd="2" destOrd="0" presId="urn:microsoft.com/office/officeart/2005/8/layout/bProcess3"/>
    <dgm:cxn modelId="{8C05D957-0722-45B3-8835-50E08251993E}" type="presOf" srcId="{047E9EF6-99D9-47D4-8421-7851F36A512F}" destId="{0482690C-586E-41D6-8B40-4CA7581A9CE9}" srcOrd="0" destOrd="0" presId="urn:microsoft.com/office/officeart/2005/8/layout/bProcess3"/>
    <dgm:cxn modelId="{435AAAC1-70B6-4E86-9F89-92198429539E}" type="presParOf" srcId="{1623B4C5-2499-4637-B07C-6AE8AE2BD718}" destId="{EBB69596-36AB-40F1-91C5-FC3350A00067}" srcOrd="3" destOrd="0" presId="urn:microsoft.com/office/officeart/2005/8/layout/bProcess3"/>
    <dgm:cxn modelId="{8D4FC6C9-00A0-4D8F-9ECE-4CBF9EE4200B}" type="presOf" srcId="{B3A60D08-4CF1-4AD3-A554-8DA1472F6362}" destId="{EBB69596-36AB-40F1-91C5-FC3350A00067}" srcOrd="0" destOrd="0" presId="urn:microsoft.com/office/officeart/2005/8/layout/bProcess3"/>
    <dgm:cxn modelId="{E38CC75D-23BC-4EE3-9262-38ED585B7C78}" type="presParOf" srcId="{EBB69596-36AB-40F1-91C5-FC3350A00067}" destId="{9F0FF7A9-40E9-4C02-BFFF-6F0641C2389B}" srcOrd="0" destOrd="3" presId="urn:microsoft.com/office/officeart/2005/8/layout/bProcess3"/>
    <dgm:cxn modelId="{2B8263EF-912E-4EC7-9ABD-ADBCE3CE9825}" type="presOf" srcId="{B3A60D08-4CF1-4AD3-A554-8DA1472F6362}" destId="{9F0FF7A9-40E9-4C02-BFFF-6F0641C2389B}" srcOrd="1" destOrd="0" presId="urn:microsoft.com/office/officeart/2005/8/layout/bProcess3"/>
    <dgm:cxn modelId="{AC712006-3D0E-460A-B6A6-DE6BF79F35CE}" type="presParOf" srcId="{1623B4C5-2499-4637-B07C-6AE8AE2BD718}" destId="{E5145E43-B450-47CE-B1E5-1482BCF4071D}" srcOrd="4" destOrd="0" presId="urn:microsoft.com/office/officeart/2005/8/layout/bProcess3"/>
    <dgm:cxn modelId="{39823F3D-D2AD-463E-8E5B-53EE28837663}" type="presOf" srcId="{9B99C3CE-0550-4254-B164-BB9424E18E56}" destId="{E5145E43-B450-47CE-B1E5-1482BCF4071D}" srcOrd="0" destOrd="0" presId="urn:microsoft.com/office/officeart/2005/8/layout/bProcess3"/>
    <dgm:cxn modelId="{B7D202CF-9994-4994-9FF3-627F791355AE}" type="presParOf" srcId="{1623B4C5-2499-4637-B07C-6AE8AE2BD718}" destId="{31F3FE5F-74B2-48F8-89DC-AE29DBB498B0}" srcOrd="5" destOrd="0" presId="urn:microsoft.com/office/officeart/2005/8/layout/bProcess3"/>
    <dgm:cxn modelId="{09D69F85-90AF-4F8C-8881-FE6F9779FB40}" type="presOf" srcId="{C20DFEDB-A5DA-48B1-860C-C64E9FB9889D}" destId="{31F3FE5F-74B2-48F8-89DC-AE29DBB498B0}" srcOrd="0" destOrd="0" presId="urn:microsoft.com/office/officeart/2005/8/layout/bProcess3"/>
    <dgm:cxn modelId="{B466427A-F3D2-4CFE-A603-C69FE608714A}" type="presParOf" srcId="{31F3FE5F-74B2-48F8-89DC-AE29DBB498B0}" destId="{EF27A438-6BA1-43B2-9139-DBAF3CBBEF89}" srcOrd="0" destOrd="5" presId="urn:microsoft.com/office/officeart/2005/8/layout/bProcess3"/>
    <dgm:cxn modelId="{8F728125-251E-451D-9ABF-3DF374B158C7}" type="presOf" srcId="{C20DFEDB-A5DA-48B1-860C-C64E9FB9889D}" destId="{EF27A438-6BA1-43B2-9139-DBAF3CBBEF89}" srcOrd="1" destOrd="0" presId="urn:microsoft.com/office/officeart/2005/8/layout/bProcess3"/>
    <dgm:cxn modelId="{555229DB-4665-4F95-80F4-87E868E2091C}" type="presParOf" srcId="{1623B4C5-2499-4637-B07C-6AE8AE2BD718}" destId="{13492D71-E670-42C9-A619-1DE9B5F887F1}" srcOrd="6" destOrd="0" presId="urn:microsoft.com/office/officeart/2005/8/layout/bProcess3"/>
    <dgm:cxn modelId="{D5F55318-2E0C-446E-8899-1D35FDBDFFBE}" type="presOf" srcId="{4DBF9FC0-7F11-49D1-A13A-F9EF16035E78}" destId="{13492D71-E670-42C9-A619-1DE9B5F887F1}" srcOrd="0" destOrd="0" presId="urn:microsoft.com/office/officeart/2005/8/layout/bProcess3"/>
    <dgm:cxn modelId="{F642FC9B-6E62-48EB-A9B4-64E69661D573}" type="presParOf" srcId="{1623B4C5-2499-4637-B07C-6AE8AE2BD718}" destId="{8C52703D-FEAE-4AA9-949F-F5EC21A49406}" srcOrd="7" destOrd="0" presId="urn:microsoft.com/office/officeart/2005/8/layout/bProcess3"/>
    <dgm:cxn modelId="{19070686-0F3E-47C8-8783-21B338E22562}" type="presOf" srcId="{627790A7-E5AF-4DEF-9847-DE068ABD657B}" destId="{8C52703D-FEAE-4AA9-949F-F5EC21A49406}" srcOrd="0" destOrd="0" presId="urn:microsoft.com/office/officeart/2005/8/layout/bProcess3"/>
    <dgm:cxn modelId="{CD50920F-BF2A-4465-93F0-9D807A00168D}" type="presParOf" srcId="{8C52703D-FEAE-4AA9-949F-F5EC21A49406}" destId="{25682F77-3616-4F0B-8522-3E0CC5E8212D}" srcOrd="0" destOrd="7" presId="urn:microsoft.com/office/officeart/2005/8/layout/bProcess3"/>
    <dgm:cxn modelId="{6CE064D4-4D53-45B0-A150-D62A91458C49}" type="presOf" srcId="{627790A7-E5AF-4DEF-9847-DE068ABD657B}" destId="{25682F77-3616-4F0B-8522-3E0CC5E8212D}" srcOrd="1" destOrd="0" presId="urn:microsoft.com/office/officeart/2005/8/layout/bProcess3"/>
    <dgm:cxn modelId="{C63C638C-2609-45A5-A26F-B83E9649CBAD}" type="presParOf" srcId="{1623B4C5-2499-4637-B07C-6AE8AE2BD718}" destId="{F80816D7-392E-4741-B9A3-C73586F7EC67}" srcOrd="8" destOrd="0" presId="urn:microsoft.com/office/officeart/2005/8/layout/bProcess3"/>
    <dgm:cxn modelId="{4AFC2151-FE04-4DFC-9600-8E34939C55C7}" type="presOf" srcId="{3B57DE3A-D0CA-4A4A-A50B-01FBE031AA69}" destId="{F80816D7-392E-4741-B9A3-C73586F7EC67}" srcOrd="0" destOrd="0" presId="urn:microsoft.com/office/officeart/2005/8/layout/bProcess3"/>
    <dgm:cxn modelId="{197D898F-83C6-4262-9016-E4D768691EFD}" type="presParOf" srcId="{1623B4C5-2499-4637-B07C-6AE8AE2BD718}" destId="{3D35D559-FC15-4723-8F76-803A74E52A30}" srcOrd="9" destOrd="0" presId="urn:microsoft.com/office/officeart/2005/8/layout/bProcess3"/>
    <dgm:cxn modelId="{4CA1D326-A755-4436-9069-875A800FB9AD}" type="presOf" srcId="{D4875198-FB6C-46A1-9EC3-6A21426D178B}" destId="{3D35D559-FC15-4723-8F76-803A74E52A30}" srcOrd="0" destOrd="0" presId="urn:microsoft.com/office/officeart/2005/8/layout/bProcess3"/>
    <dgm:cxn modelId="{01EAAE6B-010C-4248-96E5-585903777B0C}" type="presParOf" srcId="{3D35D559-FC15-4723-8F76-803A74E52A30}" destId="{3057F46B-8FE8-4F2A-9C39-D9BB70E16CC4}" srcOrd="0" destOrd="9" presId="urn:microsoft.com/office/officeart/2005/8/layout/bProcess3"/>
    <dgm:cxn modelId="{0E5E2A16-5F15-4941-B969-D4EC604A2C35}" type="presOf" srcId="{D4875198-FB6C-46A1-9EC3-6A21426D178B}" destId="{3057F46B-8FE8-4F2A-9C39-D9BB70E16CC4}" srcOrd="1" destOrd="0" presId="urn:microsoft.com/office/officeart/2005/8/layout/bProcess3"/>
    <dgm:cxn modelId="{BA61D0F6-DFCB-468C-9ADA-4DE01118676E}" type="presParOf" srcId="{1623B4C5-2499-4637-B07C-6AE8AE2BD718}" destId="{FBA0A77B-8352-4C42-B7D5-7C83363A7874}" srcOrd="10" destOrd="0" presId="urn:microsoft.com/office/officeart/2005/8/layout/bProcess3"/>
    <dgm:cxn modelId="{2FD5BD7E-7501-458F-9465-E525BC15A55B}" type="presOf" srcId="{35D741BB-77C5-49F1-844D-6D9105C84015}" destId="{FBA0A77B-8352-4C42-B7D5-7C83363A7874}" srcOrd="0" destOrd="0" presId="urn:microsoft.com/office/officeart/2005/8/layout/bProcess3"/>
    <dgm:cxn modelId="{FD222D49-F787-4BD1-91F8-4E7EF8D2C09D}" type="presParOf" srcId="{1623B4C5-2499-4637-B07C-6AE8AE2BD718}" destId="{AF0F3B5A-6BF1-4C0D-ACE3-FC3229887631}" srcOrd="11" destOrd="0" presId="urn:microsoft.com/office/officeart/2005/8/layout/bProcess3"/>
    <dgm:cxn modelId="{A5FE5CDA-2994-4E42-8BC1-DB71E3E71203}" type="presOf" srcId="{8AAF24B2-DCD8-49F5-B32A-E5896BB6673B}" destId="{AF0F3B5A-6BF1-4C0D-ACE3-FC3229887631}" srcOrd="0" destOrd="0" presId="urn:microsoft.com/office/officeart/2005/8/layout/bProcess3"/>
    <dgm:cxn modelId="{9CDD7A2D-D4E7-4864-A869-DD12D362CA88}" type="presParOf" srcId="{AF0F3B5A-6BF1-4C0D-ACE3-FC3229887631}" destId="{E6FC4B6E-D89F-427D-9D2B-82937C0C44CB}" srcOrd="0" destOrd="11" presId="urn:microsoft.com/office/officeart/2005/8/layout/bProcess3"/>
    <dgm:cxn modelId="{410BC259-748F-41A2-98A4-AFE306ABBF6F}" type="presOf" srcId="{8AAF24B2-DCD8-49F5-B32A-E5896BB6673B}" destId="{E6FC4B6E-D89F-427D-9D2B-82937C0C44CB}" srcOrd="1" destOrd="0" presId="urn:microsoft.com/office/officeart/2005/8/layout/bProcess3"/>
    <dgm:cxn modelId="{4FCC9209-CB61-45C5-863D-402A8E886651}" type="presParOf" srcId="{1623B4C5-2499-4637-B07C-6AE8AE2BD718}" destId="{073A29C7-3BC3-42A7-AA3F-6B8157543E42}" srcOrd="12" destOrd="0" presId="urn:microsoft.com/office/officeart/2005/8/layout/bProcess3"/>
    <dgm:cxn modelId="{C4FBB814-1062-4C63-99BE-816BF849C5EF}" type="presOf" srcId="{0CBCCB41-4C6E-46D9-9AF7-878DCABCD693}" destId="{073A29C7-3BC3-42A7-AA3F-6B8157543E42}" srcOrd="0" destOrd="0" presId="urn:microsoft.com/office/officeart/2005/8/layout/bProcess3"/>
    <dgm:cxn modelId="{AEFED1F5-2C9F-407F-A86A-0B97A93249C1}" type="presParOf" srcId="{1623B4C5-2499-4637-B07C-6AE8AE2BD718}" destId="{54CDD26F-E6A2-4870-924B-05FF04E085DB}" srcOrd="13" destOrd="0" presId="urn:microsoft.com/office/officeart/2005/8/layout/bProcess3"/>
    <dgm:cxn modelId="{7B3C4FEB-C224-4B65-8867-7C63BFDB5CEE}" type="presOf" srcId="{21861301-58AD-42B8-B900-8AD351B4E506}" destId="{54CDD26F-E6A2-4870-924B-05FF04E085DB}" srcOrd="0" destOrd="0" presId="urn:microsoft.com/office/officeart/2005/8/layout/bProcess3"/>
    <dgm:cxn modelId="{965D9B72-8F1A-49B9-874A-EFB8CCF0AEDE}" type="presParOf" srcId="{54CDD26F-E6A2-4870-924B-05FF04E085DB}" destId="{6C27CAF1-3033-404D-B882-95D8BC58DF2D}" srcOrd="0" destOrd="13" presId="urn:microsoft.com/office/officeart/2005/8/layout/bProcess3"/>
    <dgm:cxn modelId="{805ED038-C915-42DC-9B25-9F14554B6660}" type="presOf" srcId="{21861301-58AD-42B8-B900-8AD351B4E506}" destId="{6C27CAF1-3033-404D-B882-95D8BC58DF2D}" srcOrd="1" destOrd="0" presId="urn:microsoft.com/office/officeart/2005/8/layout/bProcess3"/>
    <dgm:cxn modelId="{609E57E2-7285-4750-862B-E51F67A6D8B8}" type="presParOf" srcId="{1623B4C5-2499-4637-B07C-6AE8AE2BD718}" destId="{7B777F2E-D527-4A8C-B26F-6E19ADC1AD96}" srcOrd="14" destOrd="0" presId="urn:microsoft.com/office/officeart/2005/8/layout/bProcess3"/>
    <dgm:cxn modelId="{5CE0EA5C-8F80-475E-A19A-30F5C7ADE0D2}" type="presOf" srcId="{B064E4B4-A932-4043-89FB-F01D06BADBCD}" destId="{7B777F2E-D527-4A8C-B26F-6E19ADC1AD96}" srcOrd="0" destOrd="0" presId="urn:microsoft.com/office/officeart/2005/8/layout/bProcess3"/>
    <dgm:cxn modelId="{F6DDD4B0-F0BC-454A-A71E-9B2F5B68970C}" type="presParOf" srcId="{1623B4C5-2499-4637-B07C-6AE8AE2BD718}" destId="{2CDEA325-E5C0-43C8-BD90-51BC76F2EA8B}" srcOrd="15" destOrd="0" presId="urn:microsoft.com/office/officeart/2005/8/layout/bProcess3"/>
    <dgm:cxn modelId="{DB8873F5-DCAE-4434-BCE6-0764A560A3C0}" type="presOf" srcId="{87224BD6-8B6A-4332-8A32-C10B20A8B3FA}" destId="{2CDEA325-E5C0-43C8-BD90-51BC76F2EA8B}" srcOrd="0" destOrd="0" presId="urn:microsoft.com/office/officeart/2005/8/layout/bProcess3"/>
    <dgm:cxn modelId="{BBF74B16-8E8E-4EDB-A110-5C37E8213198}" type="presParOf" srcId="{2CDEA325-E5C0-43C8-BD90-51BC76F2EA8B}" destId="{8A3BA126-A69D-46AE-BFC5-B9721275CE59}" srcOrd="0" destOrd="15" presId="urn:microsoft.com/office/officeart/2005/8/layout/bProcess3"/>
    <dgm:cxn modelId="{3F274FD5-572F-4A2D-AD6E-AA5FD91FB34D}" type="presOf" srcId="{87224BD6-8B6A-4332-8A32-C10B20A8B3FA}" destId="{8A3BA126-A69D-46AE-BFC5-B9721275CE59}" srcOrd="1" destOrd="0" presId="urn:microsoft.com/office/officeart/2005/8/layout/bProcess3"/>
    <dgm:cxn modelId="{840E4C28-7076-43E9-9AD6-6ABD4E36864A}" type="presParOf" srcId="{1623B4C5-2499-4637-B07C-6AE8AE2BD718}" destId="{9A9EA554-7DA0-401D-AEA2-6155D0FA75D9}" srcOrd="16" destOrd="0" presId="urn:microsoft.com/office/officeart/2005/8/layout/bProcess3"/>
    <dgm:cxn modelId="{D759141D-6D4C-43F3-B276-7F7C0F2EE4C4}" type="presOf" srcId="{E039BAFA-2E94-4454-BD39-E719F745DFD2}" destId="{9A9EA554-7DA0-401D-AEA2-6155D0FA75D9}" srcOrd="0" destOrd="0" presId="urn:microsoft.com/office/officeart/2005/8/layout/bProcess3"/>
    <dgm:cxn modelId="{CA0EF945-768A-4DE1-B8BE-D7A46E8BDE6C}" type="presParOf" srcId="{1623B4C5-2499-4637-B07C-6AE8AE2BD718}" destId="{87A2B6C2-D221-4807-B0CE-037D50AF34AD}" srcOrd="17" destOrd="0" presId="urn:microsoft.com/office/officeart/2005/8/layout/bProcess3"/>
    <dgm:cxn modelId="{19272794-FF4C-4BB9-BE32-CDF72C92A4CA}" type="presOf" srcId="{7D58E61C-4C21-4EF8-A4A6-CE9F1EA7F074}" destId="{87A2B6C2-D221-4807-B0CE-037D50AF34AD}" srcOrd="0" destOrd="0" presId="urn:microsoft.com/office/officeart/2005/8/layout/bProcess3"/>
    <dgm:cxn modelId="{133B0E84-8899-45BC-B4D5-A98A565E846D}" type="presParOf" srcId="{87A2B6C2-D221-4807-B0CE-037D50AF34AD}" destId="{3C6AC5CE-4067-41EE-8E93-71E8FDCD9B41}" srcOrd="0" destOrd="17" presId="urn:microsoft.com/office/officeart/2005/8/layout/bProcess3"/>
    <dgm:cxn modelId="{24EE8900-F7E1-4CE0-A046-2A1173857C81}" type="presOf" srcId="{7D58E61C-4C21-4EF8-A4A6-CE9F1EA7F074}" destId="{3C6AC5CE-4067-41EE-8E93-71E8FDCD9B41}" srcOrd="1" destOrd="0" presId="urn:microsoft.com/office/officeart/2005/8/layout/bProcess3"/>
    <dgm:cxn modelId="{D75DEAB8-4EB5-40E6-98BA-6E4D947D7433}" type="presParOf" srcId="{1623B4C5-2499-4637-B07C-6AE8AE2BD718}" destId="{657023FC-9007-4B07-A54B-73FC1F99DD9A}" srcOrd="18" destOrd="0" presId="urn:microsoft.com/office/officeart/2005/8/layout/bProcess3"/>
    <dgm:cxn modelId="{EC9C81CA-22D3-4FD6-8DA6-B864F4194BBD}" type="presOf" srcId="{528A2CAA-AD05-47AF-9747-E266F390039B}" destId="{657023FC-9007-4B07-A54B-73FC1F99DD9A}" srcOrd="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BE40EF7-4FDB-46DC-AD5C-7AA9927BCDC4}" type="doc">
      <dgm:prSet loTypeId="urn:microsoft.com/office/officeart/2005/8/layout/bProcess3" loCatId="process" qsTypeId="urn:microsoft.com/office/officeart/2005/8/quickstyle/simple1" qsCatId="simple" csTypeId="urn:microsoft.com/office/officeart/2005/8/colors/accent6_1" csCatId="accent1" phldr="false"/>
      <dgm:spPr/>
      <dgm:t>
        <a:bodyPr/>
        <a:p>
          <a:endParaRPr lang="en-US"/>
        </a:p>
      </dgm:t>
    </dgm:pt>
    <dgm:pt modelId="{79A907BE-6A57-46F9-949B-2F83975E5013}">
      <dgm:prSet phldrT="[Text]" phldr="false" custT="false"/>
      <dgm:spPr/>
      <dgm:t>
        <a:bodyPr vert="horz" wrap="square"/>
        <a:p>
          <a:pPr>
            <a:lnSpc>
              <a:spcPct val="100000"/>
            </a:lnSpc>
            <a:spcBef>
              <a:spcPct val="0"/>
            </a:spcBef>
            <a:spcAft>
              <a:spcPct val="35000"/>
            </a:spcAft>
          </a:pPr>
          <a:r>
            <a:rPr lang="en-US" altLang="en-US"/>
            <a:t>Equazioni di Maxwell</a:t>
          </a:r>
          <a:r>
            <a:rPr lang="en-US" altLang="en-US"/>
            <a:t/>
          </a:r>
          <a:endParaRPr lang="en-US" altLang="en-US"/>
        </a:p>
      </dgm:t>
    </dgm:pt>
    <dgm:pt modelId="{27508ADE-09B9-4692-B3B1-997C0A038367}" cxnId="{3E04517F-4CCA-45B4-BA26-C64F2A5217E2}" type="parTrans">
      <dgm:prSet/>
      <dgm:spPr/>
      <dgm:t>
        <a:bodyPr/>
        <a:p>
          <a:endParaRPr lang="en-US"/>
        </a:p>
      </dgm:t>
    </dgm:pt>
    <dgm:pt modelId="{6E764295-1C97-4A8A-BB23-8F6587B65D20}" cxnId="{3E04517F-4CCA-45B4-BA26-C64F2A5217E2}" type="sibTrans">
      <dgm:prSet/>
      <dgm:spPr/>
      <dgm:t>
        <a:bodyPr/>
        <a:p>
          <a:endParaRPr lang="en-US"/>
        </a:p>
      </dgm:t>
    </dgm:pt>
    <dgm:pt modelId="{047E9EF6-99D9-47D4-8421-7851F36A512F}">
      <dgm:prSet phldrT="[Text]" phldr="false" custT="false"/>
      <dgm:spPr/>
      <dgm:t>
        <a:bodyPr vert="horz" wrap="square"/>
        <a:p>
          <a:pPr>
            <a:lnSpc>
              <a:spcPct val="100000"/>
            </a:lnSpc>
            <a:spcBef>
              <a:spcPct val="0"/>
            </a:spcBef>
            <a:spcAft>
              <a:spcPct val="35000"/>
            </a:spcAft>
          </a:pPr>
          <a:r>
            <a:rPr lang="en-US" altLang="en-US"/>
            <a:t>Luce come un’onda elettromagnetica</a:t>
          </a:r>
          <a:endParaRPr lang="en-US" altLang="en-US"/>
        </a:p>
      </dgm:t>
    </dgm:pt>
    <dgm:pt modelId="{2AC7BC3F-1829-4928-9FDD-1BD085861192}" cxnId="{A869E654-08BE-4467-852D-D78FD200EE8A}" type="parTrans">
      <dgm:prSet/>
      <dgm:spPr/>
      <dgm:t>
        <a:bodyPr/>
        <a:p>
          <a:endParaRPr lang="en-US"/>
        </a:p>
      </dgm:t>
    </dgm:pt>
    <dgm:pt modelId="{B3A60D08-4CF1-4AD3-A554-8DA1472F6362}" cxnId="{A869E654-08BE-4467-852D-D78FD200EE8A}" type="sibTrans">
      <dgm:prSet/>
      <dgm:spPr/>
      <dgm:t>
        <a:bodyPr/>
        <a:p>
          <a:endParaRPr lang="en-US"/>
        </a:p>
      </dgm:t>
    </dgm:pt>
    <dgm:pt modelId="{9B99C3CE-0550-4254-B164-BB9424E18E56}">
      <dgm:prSet phldrT="[Text]" phldr="false" custT="false"/>
      <dgm:spPr/>
      <dgm:t>
        <a:bodyPr vert="horz" wrap="square"/>
        <a:p>
          <a:pPr>
            <a:lnSpc>
              <a:spcPct val="100000"/>
            </a:lnSpc>
            <a:spcBef>
              <a:spcPct val="0"/>
            </a:spcBef>
            <a:spcAft>
              <a:spcPct val="35000"/>
            </a:spcAft>
          </a:pPr>
          <a:r>
            <a:rPr lang="en-US" altLang="en-US"/>
            <a:t>La luce si progaga nel vuoto con una velocità costante</a:t>
          </a:r>
          <a:endParaRPr lang="en-US" altLang="en-US"/>
        </a:p>
      </dgm:t>
    </dgm:pt>
    <dgm:pt modelId="{CF18C7ED-262E-47EB-A8BC-BC18A4B2756C}" cxnId="{339D1938-DD80-4606-A117-C70749A903AE}" type="parTrans">
      <dgm:prSet/>
      <dgm:spPr/>
      <dgm:t>
        <a:bodyPr/>
        <a:p>
          <a:endParaRPr lang="en-US"/>
        </a:p>
      </dgm:t>
    </dgm:pt>
    <dgm:pt modelId="{C20DFEDB-A5DA-48B1-860C-C64E9FB9889D}" cxnId="{339D1938-DD80-4606-A117-C70749A903AE}" type="sibTrans">
      <dgm:prSet/>
      <dgm:spPr/>
      <dgm:t>
        <a:bodyPr/>
        <a:p>
          <a:endParaRPr lang="en-US"/>
        </a:p>
      </dgm:t>
    </dgm:pt>
    <dgm:pt modelId="{1623B4C5-2499-4637-B07C-6AE8AE2BD718}" type="pres">
      <dgm:prSet presAssocID="{4BE40EF7-4FDB-46DC-AD5C-7AA9927BCDC4}" presName="Name0" presStyleCnt="0">
        <dgm:presLayoutVars>
          <dgm:dir/>
          <dgm:resizeHandles val="exact"/>
        </dgm:presLayoutVars>
      </dgm:prSet>
      <dgm:spPr/>
    </dgm:pt>
    <dgm:pt modelId="{2FBE2C1E-1D94-400F-A227-985D4DA10085}" type="pres">
      <dgm:prSet presAssocID="{79A907BE-6A57-46F9-949B-2F83975E5013}" presName="node" presStyleLbl="node1" presStyleIdx="0" presStyleCnt="3">
        <dgm:presLayoutVars>
          <dgm:bulletEnabled val="true"/>
        </dgm:presLayoutVars>
      </dgm:prSet>
      <dgm:spPr/>
    </dgm:pt>
    <dgm:pt modelId="{9F73252C-5345-45F1-A6FA-69E44781CCB0}" type="pres">
      <dgm:prSet presAssocID="{6E764295-1C97-4A8A-BB23-8F6587B65D20}" presName="sibTrans" presStyleLbl="sibTrans1D1" presStyleIdx="0" presStyleCnt="2"/>
      <dgm:spPr/>
    </dgm:pt>
    <dgm:pt modelId="{0A91809B-8299-4CB8-B3C9-28D901126CE1}" type="pres">
      <dgm:prSet presAssocID="{6E764295-1C97-4A8A-BB23-8F6587B65D20}" presName="connectorText" presStyleCnt="0"/>
      <dgm:spPr/>
    </dgm:pt>
    <dgm:pt modelId="{0482690C-586E-41D6-8B40-4CA7581A9CE9}" type="pres">
      <dgm:prSet presAssocID="{047E9EF6-99D9-47D4-8421-7851F36A512F}" presName="node" presStyleLbl="node1" presStyleIdx="1" presStyleCnt="3">
        <dgm:presLayoutVars>
          <dgm:bulletEnabled val="true"/>
        </dgm:presLayoutVars>
      </dgm:prSet>
      <dgm:spPr/>
    </dgm:pt>
    <dgm:pt modelId="{EBB69596-36AB-40F1-91C5-FC3350A00067}" type="pres">
      <dgm:prSet presAssocID="{B3A60D08-4CF1-4AD3-A554-8DA1472F6362}" presName="sibTrans" presStyleLbl="sibTrans1D1" presStyleIdx="1" presStyleCnt="2"/>
      <dgm:spPr/>
    </dgm:pt>
    <dgm:pt modelId="{9F0FF7A9-40E9-4C02-BFFF-6F0641C2389B}" type="pres">
      <dgm:prSet presAssocID="{B3A60D08-4CF1-4AD3-A554-8DA1472F6362}" presName="connectorText" presStyleCnt="0"/>
      <dgm:spPr/>
    </dgm:pt>
    <dgm:pt modelId="{E5145E43-B450-47CE-B1E5-1482BCF4071D}" type="pres">
      <dgm:prSet presAssocID="{9B99C3CE-0550-4254-B164-BB9424E18E56}" presName="node" presStyleLbl="node1" presStyleIdx="2" presStyleCnt="3">
        <dgm:presLayoutVars>
          <dgm:bulletEnabled val="true"/>
        </dgm:presLayoutVars>
      </dgm:prSet>
      <dgm:spPr/>
    </dgm:pt>
  </dgm:ptLst>
  <dgm:cxnLst>
    <dgm:cxn modelId="{3E04517F-4CCA-45B4-BA26-C64F2A5217E2}" srcId="{4BE40EF7-4FDB-46DC-AD5C-7AA9927BCDC4}" destId="{79A907BE-6A57-46F9-949B-2F83975E5013}" srcOrd="0" destOrd="0" parTransId="{27508ADE-09B9-4692-B3B1-997C0A038367}" sibTransId="{6E764295-1C97-4A8A-BB23-8F6587B65D20}"/>
    <dgm:cxn modelId="{A869E654-08BE-4467-852D-D78FD200EE8A}" srcId="{4BE40EF7-4FDB-46DC-AD5C-7AA9927BCDC4}" destId="{047E9EF6-99D9-47D4-8421-7851F36A512F}" srcOrd="1" destOrd="0" parTransId="{2AC7BC3F-1829-4928-9FDD-1BD085861192}" sibTransId="{B3A60D08-4CF1-4AD3-A554-8DA1472F6362}"/>
    <dgm:cxn modelId="{339D1938-DD80-4606-A117-C70749A903AE}" srcId="{4BE40EF7-4FDB-46DC-AD5C-7AA9927BCDC4}" destId="{9B99C3CE-0550-4254-B164-BB9424E18E56}" srcOrd="2" destOrd="0" parTransId="{CF18C7ED-262E-47EB-A8BC-BC18A4B2756C}" sibTransId="{C20DFEDB-A5DA-48B1-860C-C64E9FB9889D}"/>
    <dgm:cxn modelId="{2E736A9B-C190-414B-97ED-612E4F7387B8}" type="presOf" srcId="{4BE40EF7-4FDB-46DC-AD5C-7AA9927BCDC4}" destId="{1623B4C5-2499-4637-B07C-6AE8AE2BD718}" srcOrd="0" destOrd="0" presId="urn:microsoft.com/office/officeart/2005/8/layout/bProcess3"/>
    <dgm:cxn modelId="{EED53480-30FF-4392-91ED-713B816CEEEF}" type="presParOf" srcId="{1623B4C5-2499-4637-B07C-6AE8AE2BD718}" destId="{2FBE2C1E-1D94-400F-A227-985D4DA10085}" srcOrd="0" destOrd="0" presId="urn:microsoft.com/office/officeart/2005/8/layout/bProcess3"/>
    <dgm:cxn modelId="{E25B4E4E-FFA6-47B4-8CAE-F5B42A494C6F}" type="presOf" srcId="{79A907BE-6A57-46F9-949B-2F83975E5013}" destId="{2FBE2C1E-1D94-400F-A227-985D4DA10085}" srcOrd="0" destOrd="0" presId="urn:microsoft.com/office/officeart/2005/8/layout/bProcess3"/>
    <dgm:cxn modelId="{C7D117B1-71D6-48F3-8DB0-6DEC247DDE14}" type="presParOf" srcId="{1623B4C5-2499-4637-B07C-6AE8AE2BD718}" destId="{9F73252C-5345-45F1-A6FA-69E44781CCB0}" srcOrd="1" destOrd="0" presId="urn:microsoft.com/office/officeart/2005/8/layout/bProcess3"/>
    <dgm:cxn modelId="{9651A537-ACD1-4B91-8663-E01EB6810350}" type="presOf" srcId="{6E764295-1C97-4A8A-BB23-8F6587B65D20}" destId="{9F73252C-5345-45F1-A6FA-69E44781CCB0}" srcOrd="0" destOrd="0" presId="urn:microsoft.com/office/officeart/2005/8/layout/bProcess3"/>
    <dgm:cxn modelId="{88897796-C938-4006-92C0-1839746CB780}" type="presParOf" srcId="{9F73252C-5345-45F1-A6FA-69E44781CCB0}" destId="{0A91809B-8299-4CB8-B3C9-28D901126CE1}" srcOrd="0" destOrd="1" presId="urn:microsoft.com/office/officeart/2005/8/layout/bProcess3"/>
    <dgm:cxn modelId="{8A1BCE22-4079-4894-A854-4302E23FE7A6}" type="presOf" srcId="{6E764295-1C97-4A8A-BB23-8F6587B65D20}" destId="{0A91809B-8299-4CB8-B3C9-28D901126CE1}" srcOrd="1" destOrd="0" presId="urn:microsoft.com/office/officeart/2005/8/layout/bProcess3"/>
    <dgm:cxn modelId="{1EBE7C85-2067-4AAC-8ED6-92FD4C25D6C8}" type="presParOf" srcId="{1623B4C5-2499-4637-B07C-6AE8AE2BD718}" destId="{0482690C-586E-41D6-8B40-4CA7581A9CE9}" srcOrd="2" destOrd="0" presId="urn:microsoft.com/office/officeart/2005/8/layout/bProcess3"/>
    <dgm:cxn modelId="{B5B802B5-7837-4A57-81BD-300F61066D03}" type="presOf" srcId="{047E9EF6-99D9-47D4-8421-7851F36A512F}" destId="{0482690C-586E-41D6-8B40-4CA7581A9CE9}" srcOrd="0" destOrd="0" presId="urn:microsoft.com/office/officeart/2005/8/layout/bProcess3"/>
    <dgm:cxn modelId="{C6163C38-039D-48CA-BB82-0DC6CA032768}" type="presParOf" srcId="{1623B4C5-2499-4637-B07C-6AE8AE2BD718}" destId="{EBB69596-36AB-40F1-91C5-FC3350A00067}" srcOrd="3" destOrd="0" presId="urn:microsoft.com/office/officeart/2005/8/layout/bProcess3"/>
    <dgm:cxn modelId="{42BD93D2-FED3-46F8-BE1B-3B708B404322}" type="presOf" srcId="{B3A60D08-4CF1-4AD3-A554-8DA1472F6362}" destId="{EBB69596-36AB-40F1-91C5-FC3350A00067}" srcOrd="0" destOrd="0" presId="urn:microsoft.com/office/officeart/2005/8/layout/bProcess3"/>
    <dgm:cxn modelId="{9EAA4AA2-4B10-4B68-AA0D-CCA60CD84833}" type="presParOf" srcId="{EBB69596-36AB-40F1-91C5-FC3350A00067}" destId="{9F0FF7A9-40E9-4C02-BFFF-6F0641C2389B}" srcOrd="0" destOrd="3" presId="urn:microsoft.com/office/officeart/2005/8/layout/bProcess3"/>
    <dgm:cxn modelId="{CF50E1B8-0FFA-4878-8C20-28962448E2C1}" type="presOf" srcId="{B3A60D08-4CF1-4AD3-A554-8DA1472F6362}" destId="{9F0FF7A9-40E9-4C02-BFFF-6F0641C2389B}" srcOrd="1" destOrd="0" presId="urn:microsoft.com/office/officeart/2005/8/layout/bProcess3"/>
    <dgm:cxn modelId="{C4303A23-76CE-4514-A095-0F3182181C91}" type="presParOf" srcId="{1623B4C5-2499-4637-B07C-6AE8AE2BD718}" destId="{E5145E43-B450-47CE-B1E5-1482BCF4071D}" srcOrd="4" destOrd="0" presId="urn:microsoft.com/office/officeart/2005/8/layout/bProcess3"/>
    <dgm:cxn modelId="{786567B4-6EDB-4791-A4A4-05339D0CF3D3}" type="presOf" srcId="{9B99C3CE-0550-4254-B164-BB9424E18E56}" destId="{E5145E43-B450-47CE-B1E5-1482BCF4071D}" srcOrd="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3185160" cy="4949825"/>
        <a:chOff x="0" y="0"/>
        <a:chExt cx="3185160" cy="4949825"/>
      </a:xfrm>
    </dsp:grpSpPr>
    <dsp:sp modelId="{9F73252C-5345-45F1-A6FA-69E44781CCB0}">
      <dsp:nvSpPr>
        <dsp:cNvPr id="4" name="Freeform 3"/>
        <dsp:cNvSpPr/>
      </dsp:nvSpPr>
      <dsp:spPr bwMode="white">
        <a:xfrm>
          <a:off x="1449263" y="383003"/>
          <a:ext cx="290102" cy="0"/>
        </a:xfrm>
        <a:custGeom>
          <a:avLst/>
          <a:gdLst/>
          <a:ahLst/>
          <a:cxnLst/>
          <a:pathLst>
            <a:path w="457">
              <a:moveTo>
                <a:pt x="0" y="0"/>
              </a:moveTo>
              <a:lnTo>
                <a:pt x="457"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1449263" y="383003"/>
        <a:ext cx="290102" cy="0"/>
      </dsp:txXfrm>
    </dsp:sp>
    <dsp:sp modelId="{2FBE2C1E-1D94-400F-A227-985D4DA10085}">
      <dsp:nvSpPr>
        <dsp:cNvPr id="3" name="Rectangle 2"/>
        <dsp:cNvSpPr/>
      </dsp:nvSpPr>
      <dsp:spPr bwMode="white">
        <a:xfrm>
          <a:off x="187952" y="4609"/>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ltLang="en-US" cap="all">
              <a:solidFill>
                <a:schemeClr val="dk1"/>
              </a:solidFill>
              <a:uFillTx/>
            </a:rPr>
            <a:t>Osservazione</a:t>
          </a:r>
          <a:endParaRPr lang="" altLang="en-US" cap="all">
            <a:solidFill>
              <a:schemeClr val="dk1"/>
            </a:solidFill>
            <a:uFillTx/>
          </a:endParaRPr>
        </a:p>
      </dsp:txBody>
      <dsp:txXfrm>
        <a:off x="187952" y="4609"/>
        <a:ext cx="1261311" cy="756787"/>
      </dsp:txXfrm>
    </dsp:sp>
    <dsp:sp modelId="{EBB69596-36AB-40F1-91C5-FC3350A00067}">
      <dsp:nvSpPr>
        <dsp:cNvPr id="6" name="Freeform 5"/>
        <dsp:cNvSpPr/>
      </dsp:nvSpPr>
      <dsp:spPr bwMode="white">
        <a:xfrm>
          <a:off x="818608" y="761396"/>
          <a:ext cx="1551412" cy="289168"/>
        </a:xfrm>
        <a:custGeom>
          <a:avLst/>
          <a:gdLst/>
          <a:ahLst/>
          <a:cxnLst/>
          <a:pathLst>
            <a:path w="2443" h="455">
              <a:moveTo>
                <a:pt x="2443" y="0"/>
              </a:moveTo>
              <a:lnTo>
                <a:pt x="2443" y="228"/>
              </a:lnTo>
              <a:lnTo>
                <a:pt x="0" y="228"/>
              </a:lnTo>
              <a:lnTo>
                <a:pt x="0" y="455"/>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818608" y="761396"/>
        <a:ext cx="1551412" cy="289168"/>
      </dsp:txXfrm>
    </dsp:sp>
    <dsp:sp modelId="{0482690C-586E-41D6-8B40-4CA7581A9CE9}">
      <dsp:nvSpPr>
        <dsp:cNvPr id="5" name="Rectangle 4"/>
        <dsp:cNvSpPr/>
      </dsp:nvSpPr>
      <dsp:spPr bwMode="white">
        <a:xfrm>
          <a:off x="1739365" y="4609"/>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ltLang="en-US">
              <a:solidFill>
                <a:schemeClr val="dk1"/>
              </a:solidFill>
            </a:rPr>
            <a:t>Individuazione del problema</a:t>
          </a:r>
          <a:endParaRPr lang="" altLang="en-US">
            <a:solidFill>
              <a:schemeClr val="dk1"/>
            </a:solidFill>
          </a:endParaRPr>
        </a:p>
      </dsp:txBody>
      <dsp:txXfrm>
        <a:off x="1739365" y="4609"/>
        <a:ext cx="1261311" cy="756787"/>
      </dsp:txXfrm>
    </dsp:sp>
    <dsp:sp modelId="{31F3FE5F-74B2-48F8-89DC-AE29DBB498B0}">
      <dsp:nvSpPr>
        <dsp:cNvPr id="8" name="Freeform 7"/>
        <dsp:cNvSpPr/>
      </dsp:nvSpPr>
      <dsp:spPr bwMode="white">
        <a:xfrm>
          <a:off x="1449263" y="1428958"/>
          <a:ext cx="290102" cy="0"/>
        </a:xfrm>
        <a:custGeom>
          <a:avLst/>
          <a:gdLst/>
          <a:ahLst/>
          <a:cxnLst/>
          <a:pathLst>
            <a:path w="457">
              <a:moveTo>
                <a:pt x="0" y="0"/>
              </a:moveTo>
              <a:lnTo>
                <a:pt x="457"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1449263" y="1428958"/>
        <a:ext cx="290102" cy="0"/>
      </dsp:txXfrm>
    </dsp:sp>
    <dsp:sp modelId="{E5145E43-B450-47CE-B1E5-1482BCF4071D}">
      <dsp:nvSpPr>
        <dsp:cNvPr id="7" name="Rectangle 6"/>
        <dsp:cNvSpPr/>
      </dsp:nvSpPr>
      <dsp:spPr bwMode="white">
        <a:xfrm>
          <a:off x="187952" y="1050564"/>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ltLang="en-US">
              <a:solidFill>
                <a:schemeClr val="dk1"/>
              </a:solidFill>
            </a:rPr>
            <a:t>Documentazione</a:t>
          </a:r>
          <a:endParaRPr lang="" altLang="en-US">
            <a:solidFill>
              <a:schemeClr val="dk1"/>
            </a:solidFill>
          </a:endParaRPr>
        </a:p>
      </dsp:txBody>
      <dsp:txXfrm>
        <a:off x="187952" y="1050564"/>
        <a:ext cx="1261311" cy="756787"/>
      </dsp:txXfrm>
    </dsp:sp>
    <dsp:sp modelId="{8C52703D-FEAE-4AA9-949F-F5EC21A49406}">
      <dsp:nvSpPr>
        <dsp:cNvPr id="13" name="Freeform 12"/>
        <dsp:cNvSpPr/>
      </dsp:nvSpPr>
      <dsp:spPr bwMode="white">
        <a:xfrm>
          <a:off x="818608" y="1807351"/>
          <a:ext cx="1551412" cy="289168"/>
        </a:xfrm>
        <a:custGeom>
          <a:avLst/>
          <a:gdLst/>
          <a:ahLst/>
          <a:cxnLst/>
          <a:pathLst>
            <a:path w="2443" h="455">
              <a:moveTo>
                <a:pt x="2443" y="0"/>
              </a:moveTo>
              <a:lnTo>
                <a:pt x="2443" y="228"/>
              </a:lnTo>
              <a:lnTo>
                <a:pt x="0" y="228"/>
              </a:lnTo>
              <a:lnTo>
                <a:pt x="0" y="455"/>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818608" y="1807351"/>
        <a:ext cx="1551412" cy="289168"/>
      </dsp:txXfrm>
    </dsp:sp>
    <dsp:sp modelId="{13492D71-E670-42C9-A619-1DE9B5F887F1}">
      <dsp:nvSpPr>
        <dsp:cNvPr id="9" name="Rectangle 8"/>
        <dsp:cNvSpPr/>
      </dsp:nvSpPr>
      <dsp:spPr bwMode="white">
        <a:xfrm>
          <a:off x="1739365" y="1050564"/>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ltLang="en-US">
              <a:solidFill>
                <a:schemeClr val="dk1"/>
              </a:solidFill>
            </a:rPr>
            <a:t>Formulazione dell’ipotesi</a:t>
          </a:r>
          <a:endParaRPr lang="" altLang="en-US">
            <a:solidFill>
              <a:schemeClr val="dk1"/>
            </a:solidFill>
          </a:endParaRPr>
        </a:p>
      </dsp:txBody>
      <dsp:txXfrm>
        <a:off x="1739365" y="1050564"/>
        <a:ext cx="1261311" cy="756787"/>
      </dsp:txXfrm>
    </dsp:sp>
    <dsp:sp modelId="{3D35D559-FC15-4723-8F76-803A74E52A30}">
      <dsp:nvSpPr>
        <dsp:cNvPr id="14" name="Freeform 13"/>
        <dsp:cNvSpPr/>
      </dsp:nvSpPr>
      <dsp:spPr bwMode="white">
        <a:xfrm>
          <a:off x="1449263" y="2474912"/>
          <a:ext cx="290102" cy="0"/>
        </a:xfrm>
        <a:custGeom>
          <a:avLst/>
          <a:gdLst/>
          <a:ahLst/>
          <a:cxnLst/>
          <a:pathLst>
            <a:path w="457">
              <a:moveTo>
                <a:pt x="0" y="0"/>
              </a:moveTo>
              <a:lnTo>
                <a:pt x="457"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1449263" y="2474912"/>
        <a:ext cx="290102" cy="0"/>
      </dsp:txXfrm>
    </dsp:sp>
    <dsp:sp modelId="{F80816D7-392E-4741-B9A3-C73586F7EC67}">
      <dsp:nvSpPr>
        <dsp:cNvPr id="11" name="Rectangle 10"/>
        <dsp:cNvSpPr/>
      </dsp:nvSpPr>
      <dsp:spPr bwMode="white">
        <a:xfrm>
          <a:off x="187952" y="2096519"/>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ltLang="en-US">
              <a:solidFill>
                <a:schemeClr val="dk1"/>
              </a:solidFill>
            </a:rPr>
            <a:t>Verifica sperimentale</a:t>
          </a:r>
          <a:endParaRPr lang="" altLang="en-US">
            <a:solidFill>
              <a:schemeClr val="dk1"/>
            </a:solidFill>
          </a:endParaRPr>
        </a:p>
      </dsp:txBody>
      <dsp:txXfrm>
        <a:off x="187952" y="2096519"/>
        <a:ext cx="1261311" cy="756787"/>
      </dsp:txXfrm>
    </dsp:sp>
    <dsp:sp modelId="{AF0F3B5A-6BF1-4C0D-ACE3-FC3229887631}">
      <dsp:nvSpPr>
        <dsp:cNvPr id="16" name="Freeform 15"/>
        <dsp:cNvSpPr/>
      </dsp:nvSpPr>
      <dsp:spPr bwMode="white">
        <a:xfrm>
          <a:off x="818608" y="2853306"/>
          <a:ext cx="1551412" cy="289168"/>
        </a:xfrm>
        <a:custGeom>
          <a:avLst/>
          <a:gdLst/>
          <a:ahLst/>
          <a:cxnLst/>
          <a:pathLst>
            <a:path w="2443" h="455">
              <a:moveTo>
                <a:pt x="2443" y="0"/>
              </a:moveTo>
              <a:lnTo>
                <a:pt x="2443" y="228"/>
              </a:lnTo>
              <a:lnTo>
                <a:pt x="0" y="228"/>
              </a:lnTo>
              <a:lnTo>
                <a:pt x="0" y="455"/>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a:solidFill>
              <a:schemeClr val="dk1"/>
            </a:solidFill>
          </a:endParaRPr>
        </a:p>
      </dsp:txBody>
      <dsp:txXfrm>
        <a:off x="818608" y="2853306"/>
        <a:ext cx="1551412" cy="289168"/>
      </dsp:txXfrm>
    </dsp:sp>
    <dsp:sp modelId="{FBA0A77B-8352-4C42-B7D5-7C83363A7874}">
      <dsp:nvSpPr>
        <dsp:cNvPr id="15" name="Rectangle 14"/>
        <dsp:cNvSpPr/>
      </dsp:nvSpPr>
      <dsp:spPr bwMode="white">
        <a:xfrm>
          <a:off x="1739365" y="2096519"/>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solidFill>
                <a:schemeClr val="dk1"/>
              </a:solidFill>
            </a:rPr>
            <a:t>Analisi dei dati</a:t>
          </a:r>
          <a:endParaRPr lang="">
            <a:solidFill>
              <a:schemeClr val="dk1"/>
            </a:solidFill>
          </a:endParaRPr>
        </a:p>
      </dsp:txBody>
      <dsp:txXfrm>
        <a:off x="1739365" y="2096519"/>
        <a:ext cx="1261311" cy="756787"/>
      </dsp:txXfrm>
    </dsp:sp>
    <dsp:sp modelId="{54CDD26F-E6A2-4870-924B-05FF04E085DB}">
      <dsp:nvSpPr>
        <dsp:cNvPr id="18" name="Freeform 17"/>
        <dsp:cNvSpPr/>
      </dsp:nvSpPr>
      <dsp:spPr bwMode="white">
        <a:xfrm>
          <a:off x="1449263" y="3520867"/>
          <a:ext cx="290102" cy="0"/>
        </a:xfrm>
        <a:custGeom>
          <a:avLst/>
          <a:gdLst/>
          <a:ahLst/>
          <a:cxnLst/>
          <a:pathLst>
            <a:path w="457">
              <a:moveTo>
                <a:pt x="0" y="0"/>
              </a:moveTo>
              <a:lnTo>
                <a:pt x="457"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a:solidFill>
              <a:schemeClr val="dk1"/>
            </a:solidFill>
          </a:endParaRPr>
        </a:p>
      </dsp:txBody>
      <dsp:txXfrm>
        <a:off x="1449263" y="3520867"/>
        <a:ext cx="290102" cy="0"/>
      </dsp:txXfrm>
    </dsp:sp>
    <dsp:sp modelId="{073A29C7-3BC3-42A7-AA3F-6B8157543E42}">
      <dsp:nvSpPr>
        <dsp:cNvPr id="17" name="Rectangle 16"/>
        <dsp:cNvSpPr/>
      </dsp:nvSpPr>
      <dsp:spPr bwMode="white">
        <a:xfrm>
          <a:off x="187952" y="3142474"/>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solidFill>
                <a:schemeClr val="dk1"/>
              </a:solidFill>
            </a:rPr>
            <a:t>Ipotesi confermata</a:t>
          </a:r>
          <a:endParaRPr lang="">
            <a:solidFill>
              <a:schemeClr val="dk1"/>
            </a:solidFill>
          </a:endParaRPr>
        </a:p>
      </dsp:txBody>
      <dsp:txXfrm>
        <a:off x="187952" y="3142474"/>
        <a:ext cx="1261311" cy="756787"/>
      </dsp:txXfrm>
    </dsp:sp>
    <dsp:sp modelId="{2CDEA325-E5C0-43C8-BD90-51BC76F2EA8B}">
      <dsp:nvSpPr>
        <dsp:cNvPr id="20" name="Freeform 19"/>
        <dsp:cNvSpPr/>
      </dsp:nvSpPr>
      <dsp:spPr bwMode="white">
        <a:xfrm>
          <a:off x="818608" y="3899261"/>
          <a:ext cx="1551412" cy="289168"/>
        </a:xfrm>
        <a:custGeom>
          <a:avLst/>
          <a:gdLst/>
          <a:ahLst/>
          <a:cxnLst/>
          <a:pathLst>
            <a:path w="2443" h="455">
              <a:moveTo>
                <a:pt x="2443" y="0"/>
              </a:moveTo>
              <a:lnTo>
                <a:pt x="2443" y="228"/>
              </a:lnTo>
              <a:lnTo>
                <a:pt x="0" y="228"/>
              </a:lnTo>
              <a:lnTo>
                <a:pt x="0" y="455"/>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a:solidFill>
              <a:schemeClr val="dk1"/>
            </a:solidFill>
          </a:endParaRPr>
        </a:p>
      </dsp:txBody>
      <dsp:txXfrm>
        <a:off x="818608" y="3899261"/>
        <a:ext cx="1551412" cy="289168"/>
      </dsp:txXfrm>
    </dsp:sp>
    <dsp:sp modelId="{7B777F2E-D527-4A8C-B26F-6E19ADC1AD96}">
      <dsp:nvSpPr>
        <dsp:cNvPr id="19" name="Rectangle 18"/>
        <dsp:cNvSpPr/>
      </dsp:nvSpPr>
      <dsp:spPr bwMode="white">
        <a:xfrm>
          <a:off x="1739365" y="3142474"/>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solidFill>
                <a:schemeClr val="dk1"/>
              </a:solidFill>
            </a:rPr>
            <a:t>Comunicazione dei risultati</a:t>
          </a:r>
          <a:endParaRPr lang="">
            <a:solidFill>
              <a:schemeClr val="dk1"/>
            </a:solidFill>
          </a:endParaRPr>
        </a:p>
      </dsp:txBody>
      <dsp:txXfrm>
        <a:off x="1739365" y="3142474"/>
        <a:ext cx="1261311" cy="756787"/>
      </dsp:txXfrm>
    </dsp:sp>
    <dsp:sp modelId="{87A2B6C2-D221-4807-B0CE-037D50AF34AD}">
      <dsp:nvSpPr>
        <dsp:cNvPr id="22" name="Freeform 21"/>
        <dsp:cNvSpPr/>
      </dsp:nvSpPr>
      <dsp:spPr bwMode="white">
        <a:xfrm>
          <a:off x="1449263" y="4566822"/>
          <a:ext cx="290102" cy="0"/>
        </a:xfrm>
        <a:custGeom>
          <a:avLst/>
          <a:gdLst/>
          <a:ahLst/>
          <a:cxnLst/>
          <a:pathLst>
            <a:path w="457">
              <a:moveTo>
                <a:pt x="0" y="0"/>
              </a:moveTo>
              <a:lnTo>
                <a:pt x="457"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a:solidFill>
              <a:schemeClr val="dk1"/>
            </a:solidFill>
          </a:endParaRPr>
        </a:p>
      </dsp:txBody>
      <dsp:txXfrm>
        <a:off x="1449263" y="4566822"/>
        <a:ext cx="290102" cy="0"/>
      </dsp:txXfrm>
    </dsp:sp>
    <dsp:sp modelId="{9A9EA554-7DA0-401D-AEA2-6155D0FA75D9}">
      <dsp:nvSpPr>
        <dsp:cNvPr id="21" name="Rectangle 20"/>
        <dsp:cNvSpPr/>
      </dsp:nvSpPr>
      <dsp:spPr bwMode="white">
        <a:xfrm>
          <a:off x="187952" y="4188429"/>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a:solidFill>
                <a:schemeClr val="dk1"/>
              </a:solidFill>
            </a:rPr>
            <a:t>Ricerche e verifiche ulteriori</a:t>
          </a:r>
          <a:endParaRPr lang="">
            <a:solidFill>
              <a:schemeClr val="dk1"/>
            </a:solidFill>
          </a:endParaRPr>
        </a:p>
      </dsp:txBody>
      <dsp:txXfrm>
        <a:off x="187952" y="4188429"/>
        <a:ext cx="1261311" cy="756787"/>
      </dsp:txXfrm>
    </dsp:sp>
    <dsp:sp modelId="{657023FC-9007-4B07-A54B-73FC1F99DD9A}">
      <dsp:nvSpPr>
        <dsp:cNvPr id="23" name="Rectangle 22"/>
        <dsp:cNvSpPr/>
      </dsp:nvSpPr>
      <dsp:spPr bwMode="white">
        <a:xfrm>
          <a:off x="1739365" y="4188429"/>
          <a:ext cx="1261311" cy="756787"/>
        </a:xfrm>
        <a:prstGeom prst="rect">
          <a:avLst/>
        </a:prstGeom>
      </dsp:spPr>
      <dsp:style>
        <a:lnRef idx="3">
          <a:schemeClr val="accent6">
            <a:shade val="80000"/>
          </a:schemeClr>
        </a:lnRef>
        <a:fillRef idx="1">
          <a:schemeClr val="lt1"/>
        </a:fillRef>
        <a:effectRef idx="1">
          <a:scrgbClr r="0" g="0" b="0"/>
        </a:effectRef>
        <a:fontRef idx="minor">
          <a:schemeClr val="lt1"/>
        </a:fontRef>
      </dsp:style>
      <dsp:txBody>
        <a:bodyPr vert="horz" wrap="square" lIns="78232" tIns="78232" rIns="78232" bIns="78232"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cap="all">
              <a:solidFill>
                <a:schemeClr val="dk1"/>
              </a:solidFill>
              <a:uFillTx/>
            </a:rPr>
            <a:t>Formulazione della legge</a:t>
          </a:r>
          <a:endParaRPr lang="" cap="all">
            <a:solidFill>
              <a:schemeClr val="dk1"/>
            </a:solidFill>
            <a:uFillTx/>
          </a:endParaRPr>
        </a:p>
      </dsp:txBody>
      <dsp:txXfrm>
        <a:off x="1739365" y="4188429"/>
        <a:ext cx="1261311" cy="756787"/>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7853680" cy="1842135"/>
        <a:chOff x="0" y="0"/>
        <a:chExt cx="7853680" cy="1842135"/>
      </a:xfrm>
    </dsp:grpSpPr>
    <dsp:sp modelId="{9F73252C-5345-45F1-A6FA-69E44781CCB0}">
      <dsp:nvSpPr>
        <dsp:cNvPr id="4" name="Freeform 3"/>
        <dsp:cNvSpPr/>
      </dsp:nvSpPr>
      <dsp:spPr bwMode="white">
        <a:xfrm>
          <a:off x="2279024" y="921068"/>
          <a:ext cx="521265" cy="0"/>
        </a:xfrm>
        <a:custGeom>
          <a:avLst/>
          <a:gdLst/>
          <a:ahLst/>
          <a:cxnLst/>
          <a:pathLst>
            <a:path w="821">
              <a:moveTo>
                <a:pt x="0" y="0"/>
              </a:moveTo>
              <a:lnTo>
                <a:pt x="821"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2279024" y="921068"/>
        <a:ext cx="521265" cy="0"/>
      </dsp:txXfrm>
    </dsp:sp>
    <dsp:sp modelId="{2FBE2C1E-1D94-400F-A227-985D4DA10085}">
      <dsp:nvSpPr>
        <dsp:cNvPr id="3" name="Rectangle 2"/>
        <dsp:cNvSpPr/>
      </dsp:nvSpPr>
      <dsp:spPr bwMode="white">
        <a:xfrm>
          <a:off x="12655" y="241157"/>
          <a:ext cx="2266370" cy="1359822"/>
        </a:xfrm>
        <a:prstGeom prst="rect">
          <a:avLst/>
        </a:prstGeom>
      </dsp:spPr>
      <dsp:style>
        <a:lnRef idx="2">
          <a:schemeClr val="accent6">
            <a:shade val="80000"/>
          </a:schemeClr>
        </a:lnRef>
        <a:fillRef idx="1">
          <a:schemeClr val="lt1"/>
        </a:fillRef>
        <a:effectRef idx="0">
          <a:scrgbClr r="0" g="0" b="0"/>
        </a:effectRef>
        <a:fontRef idx="minor">
          <a:schemeClr val="lt1"/>
        </a:fontRef>
      </dsp:style>
      <dsp:txBody>
        <a:bodyPr vert="horz" wrap="square" lIns="149352" tIns="149352" rIns="149352" bIns="149352" anchor="ctr"/>
        <a:lstStyle>
          <a:lvl1pPr algn="ctr">
            <a:defRPr sz="2100"/>
          </a:lvl1pPr>
          <a:lvl2pPr marL="171450" indent="-171450" algn="ctr">
            <a:defRPr sz="1600"/>
          </a:lvl2pPr>
          <a:lvl3pPr marL="342900" indent="-171450" algn="ctr">
            <a:defRPr sz="1600"/>
          </a:lvl3pPr>
          <a:lvl4pPr marL="514350" indent="-171450" algn="ctr">
            <a:defRPr sz="1600"/>
          </a:lvl4pPr>
          <a:lvl5pPr marL="685800" indent="-171450" algn="ctr">
            <a:defRPr sz="1600"/>
          </a:lvl5pPr>
          <a:lvl6pPr marL="857250" indent="-171450" algn="ctr">
            <a:defRPr sz="1600"/>
          </a:lvl6pPr>
          <a:lvl7pPr marL="1028700" indent="-171450" algn="ctr">
            <a:defRPr sz="1600"/>
          </a:lvl7pPr>
          <a:lvl8pPr marL="1200150" indent="-171450" algn="ctr">
            <a:defRPr sz="1600"/>
          </a:lvl8pPr>
          <a:lvl9pPr marL="1371600" indent="-171450" algn="ctr">
            <a:defRPr sz="1600"/>
          </a:lvl9pPr>
        </a:lstStyle>
        <a:p>
          <a:pPr lvl="0">
            <a:lnSpc>
              <a:spcPct val="100000"/>
            </a:lnSpc>
            <a:spcBef>
              <a:spcPct val="0"/>
            </a:spcBef>
            <a:spcAft>
              <a:spcPct val="35000"/>
            </a:spcAft>
          </a:pPr>
          <a:r>
            <a:rPr lang="" altLang="en-US">
              <a:solidFill>
                <a:schemeClr val="dk1"/>
              </a:solidFill>
            </a:rPr>
            <a:t>Equazioni di Maxwell</a:t>
          </a:r>
          <a:endParaRPr lang="" altLang="en-US">
            <a:solidFill>
              <a:schemeClr val="dk1"/>
            </a:solidFill>
          </a:endParaRPr>
        </a:p>
      </dsp:txBody>
      <dsp:txXfrm>
        <a:off x="12655" y="241157"/>
        <a:ext cx="2266370" cy="1359822"/>
      </dsp:txXfrm>
    </dsp:sp>
    <dsp:sp modelId="{EBB69596-36AB-40F1-91C5-FC3350A00067}">
      <dsp:nvSpPr>
        <dsp:cNvPr id="6" name="Freeform 5"/>
        <dsp:cNvSpPr/>
      </dsp:nvSpPr>
      <dsp:spPr bwMode="white">
        <a:xfrm>
          <a:off x="5066659" y="921068"/>
          <a:ext cx="521265" cy="0"/>
        </a:xfrm>
        <a:custGeom>
          <a:avLst/>
          <a:gdLst/>
          <a:ahLst/>
          <a:cxnLst/>
          <a:pathLst>
            <a:path w="821">
              <a:moveTo>
                <a:pt x="0" y="0"/>
              </a:moveTo>
              <a:lnTo>
                <a:pt x="821" y="0"/>
              </a:lnTo>
            </a:path>
          </a:pathLst>
        </a:custGeom>
        <a:ln>
          <a:tailEnd type="arrow" w="lg" len="med"/>
        </a:ln>
      </dsp:spPr>
      <dsp:style>
        <a:lnRef idx="1">
          <a:schemeClr val="accent6"/>
        </a:lnRef>
        <a:fillRef idx="0">
          <a:schemeClr val="accent6"/>
        </a:fillRef>
        <a:effectRef idx="0">
          <a:scrgbClr r="0" g="0" b="0"/>
        </a:effectRef>
        <a:fontRef idx="minor"/>
      </dsp:style>
      <dsp:txBody>
        <a:bodyPr lIns="12700" tIns="0" rIns="12700" bIns="0" anchor="ctr"/>
        <a:lstStyle>
          <a:lvl1pPr algn="ctr">
            <a:defRPr sz="5500"/>
          </a:lvl1pPr>
          <a:lvl2pPr marL="285750" indent="-285750" algn="ctr">
            <a:defRPr sz="4200"/>
          </a:lvl2pPr>
          <a:lvl3pPr marL="571500" indent="-285750" algn="ctr">
            <a:defRPr sz="4200"/>
          </a:lvl3pPr>
          <a:lvl4pPr marL="857250" indent="-285750" algn="ctr">
            <a:defRPr sz="4200"/>
          </a:lvl4pPr>
          <a:lvl5pPr marL="1143000" indent="-285750" algn="ctr">
            <a:defRPr sz="4200"/>
          </a:lvl5pPr>
          <a:lvl6pPr marL="1428750" indent="-285750" algn="ctr">
            <a:defRPr sz="4200"/>
          </a:lvl6pPr>
          <a:lvl7pPr marL="1714500" indent="-285750" algn="ctr">
            <a:defRPr sz="4200"/>
          </a:lvl7pPr>
          <a:lvl8pPr marL="2000250" indent="-285750" algn="ctr">
            <a:defRPr sz="4200"/>
          </a:lvl8pPr>
          <a:lvl9pPr marL="2286000" indent="-285750" algn="ctr">
            <a:defRPr sz="4200"/>
          </a:lvl9pPr>
        </a:lstStyle>
        <a:p>
          <a:pPr lvl="0">
            <a:lnSpc>
              <a:spcPct val="100000"/>
            </a:lnSpc>
            <a:spcBef>
              <a:spcPct val="0"/>
            </a:spcBef>
            <a:spcAft>
              <a:spcPct val="35000"/>
            </a:spcAft>
          </a:pPr>
          <a:endParaRPr lang="en-US">
            <a:solidFill>
              <a:schemeClr val="dk1"/>
            </a:solidFill>
          </a:endParaRPr>
        </a:p>
      </dsp:txBody>
      <dsp:txXfrm>
        <a:off x="5066659" y="921068"/>
        <a:ext cx="521265" cy="0"/>
      </dsp:txXfrm>
    </dsp:sp>
    <dsp:sp modelId="{0482690C-586E-41D6-8B40-4CA7581A9CE9}">
      <dsp:nvSpPr>
        <dsp:cNvPr id="5" name="Rectangle 4"/>
        <dsp:cNvSpPr/>
      </dsp:nvSpPr>
      <dsp:spPr bwMode="white">
        <a:xfrm>
          <a:off x="2800289" y="241157"/>
          <a:ext cx="2266370" cy="1359822"/>
        </a:xfrm>
        <a:prstGeom prst="rect">
          <a:avLst/>
        </a:prstGeom>
      </dsp:spPr>
      <dsp:style>
        <a:lnRef idx="2">
          <a:schemeClr val="accent6">
            <a:shade val="80000"/>
          </a:schemeClr>
        </a:lnRef>
        <a:fillRef idx="1">
          <a:schemeClr val="lt1"/>
        </a:fillRef>
        <a:effectRef idx="0">
          <a:scrgbClr r="0" g="0" b="0"/>
        </a:effectRef>
        <a:fontRef idx="minor">
          <a:schemeClr val="lt1"/>
        </a:fontRef>
      </dsp:style>
      <dsp:txBody>
        <a:bodyPr vert="horz" wrap="square" lIns="149352" tIns="149352" rIns="149352" bIns="149352" anchor="ctr"/>
        <a:lstStyle>
          <a:lvl1pPr algn="ctr">
            <a:defRPr sz="2100"/>
          </a:lvl1pPr>
          <a:lvl2pPr marL="171450" indent="-171450" algn="ctr">
            <a:defRPr sz="1600"/>
          </a:lvl2pPr>
          <a:lvl3pPr marL="342900" indent="-171450" algn="ctr">
            <a:defRPr sz="1600"/>
          </a:lvl3pPr>
          <a:lvl4pPr marL="514350" indent="-171450" algn="ctr">
            <a:defRPr sz="1600"/>
          </a:lvl4pPr>
          <a:lvl5pPr marL="685800" indent="-171450" algn="ctr">
            <a:defRPr sz="1600"/>
          </a:lvl5pPr>
          <a:lvl6pPr marL="857250" indent="-171450" algn="ctr">
            <a:defRPr sz="1600"/>
          </a:lvl6pPr>
          <a:lvl7pPr marL="1028700" indent="-171450" algn="ctr">
            <a:defRPr sz="1600"/>
          </a:lvl7pPr>
          <a:lvl8pPr marL="1200150" indent="-171450" algn="ctr">
            <a:defRPr sz="1600"/>
          </a:lvl8pPr>
          <a:lvl9pPr marL="1371600" indent="-171450" algn="ctr">
            <a:defRPr sz="1600"/>
          </a:lvl9pPr>
        </a:lstStyle>
        <a:p>
          <a:pPr lvl="0">
            <a:lnSpc>
              <a:spcPct val="100000"/>
            </a:lnSpc>
            <a:spcBef>
              <a:spcPct val="0"/>
            </a:spcBef>
            <a:spcAft>
              <a:spcPct val="35000"/>
            </a:spcAft>
          </a:pPr>
          <a:r>
            <a:rPr lang="" altLang="en-US">
              <a:solidFill>
                <a:schemeClr val="dk1"/>
              </a:solidFill>
            </a:rPr>
            <a:t>Luce come un’onda elettromagnetica</a:t>
          </a:r>
          <a:endParaRPr lang="" altLang="en-US">
            <a:solidFill>
              <a:schemeClr val="dk1"/>
            </a:solidFill>
          </a:endParaRPr>
        </a:p>
      </dsp:txBody>
      <dsp:txXfrm>
        <a:off x="2800289" y="241157"/>
        <a:ext cx="2266370" cy="1359822"/>
      </dsp:txXfrm>
    </dsp:sp>
    <dsp:sp modelId="{E5145E43-B450-47CE-B1E5-1482BCF4071D}">
      <dsp:nvSpPr>
        <dsp:cNvPr id="7" name="Rectangle 6"/>
        <dsp:cNvSpPr/>
      </dsp:nvSpPr>
      <dsp:spPr bwMode="white">
        <a:xfrm>
          <a:off x="5587924" y="241157"/>
          <a:ext cx="2266370" cy="1359822"/>
        </a:xfrm>
        <a:prstGeom prst="rect">
          <a:avLst/>
        </a:prstGeom>
      </dsp:spPr>
      <dsp:style>
        <a:lnRef idx="2">
          <a:schemeClr val="accent6">
            <a:shade val="80000"/>
          </a:schemeClr>
        </a:lnRef>
        <a:fillRef idx="1">
          <a:schemeClr val="lt1"/>
        </a:fillRef>
        <a:effectRef idx="0">
          <a:scrgbClr r="0" g="0" b="0"/>
        </a:effectRef>
        <a:fontRef idx="minor">
          <a:schemeClr val="lt1"/>
        </a:fontRef>
      </dsp:style>
      <dsp:txBody>
        <a:bodyPr vert="horz" wrap="square" lIns="149352" tIns="149352" rIns="149352" bIns="149352" anchor="ctr"/>
        <a:lstStyle>
          <a:lvl1pPr algn="ctr">
            <a:defRPr sz="2100"/>
          </a:lvl1pPr>
          <a:lvl2pPr marL="171450" indent="-171450" algn="ctr">
            <a:defRPr sz="1600"/>
          </a:lvl2pPr>
          <a:lvl3pPr marL="342900" indent="-171450" algn="ctr">
            <a:defRPr sz="1600"/>
          </a:lvl3pPr>
          <a:lvl4pPr marL="514350" indent="-171450" algn="ctr">
            <a:defRPr sz="1600"/>
          </a:lvl4pPr>
          <a:lvl5pPr marL="685800" indent="-171450" algn="ctr">
            <a:defRPr sz="1600"/>
          </a:lvl5pPr>
          <a:lvl6pPr marL="857250" indent="-171450" algn="ctr">
            <a:defRPr sz="1600"/>
          </a:lvl6pPr>
          <a:lvl7pPr marL="1028700" indent="-171450" algn="ctr">
            <a:defRPr sz="1600"/>
          </a:lvl7pPr>
          <a:lvl8pPr marL="1200150" indent="-171450" algn="ctr">
            <a:defRPr sz="1600"/>
          </a:lvl8pPr>
          <a:lvl9pPr marL="1371600" indent="-171450" algn="ctr">
            <a:defRPr sz="1600"/>
          </a:lvl9pPr>
        </a:lstStyle>
        <a:p>
          <a:pPr lvl="0">
            <a:lnSpc>
              <a:spcPct val="100000"/>
            </a:lnSpc>
            <a:spcBef>
              <a:spcPct val="0"/>
            </a:spcBef>
            <a:spcAft>
              <a:spcPct val="35000"/>
            </a:spcAft>
          </a:pPr>
          <a:r>
            <a:rPr lang="" altLang="en-US">
              <a:solidFill>
                <a:schemeClr val="dk1"/>
              </a:solidFill>
            </a:rPr>
            <a:t>La luce si progaga nel vuoto con una velocità costante</a:t>
          </a:r>
          <a:endParaRPr lang="" altLang="en-US">
            <a:solidFill>
              <a:schemeClr val="dk1"/>
            </a:solidFill>
          </a:endParaRPr>
        </a:p>
      </dsp:txBody>
      <dsp:txXfrm>
        <a:off x="5587924" y="241157"/>
        <a:ext cx="2266370" cy="1359822"/>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true"/>
        </dgm:pt>
        <dgm:pt modelId="2">
          <dgm:prSet phldr="true"/>
        </dgm:pt>
        <dgm:pt modelId="3">
          <dgm:prSet phldr="true"/>
        </dgm:pt>
        <dgm:pt modelId="4">
          <dgm:prSet phldr="true"/>
        </dgm:pt>
        <dgm:pt modelId="5">
          <dgm:prSet phldr="true"/>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rSet csTypeId="urn:microsoft.com/office/officeart/2005/8/colors/accent6_5"/>
        </dgm:pt>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bkpt" val="endCnv"/>
          <dgm:param type="contDir" val="sameDir"/>
          <dgm:param type="grDir" val="tL"/>
          <dgm:param type="flowDir" val="row"/>
        </dgm:alg>
      </dgm:if>
      <dgm:else name="Name3">
        <dgm:alg type="snake">
          <dgm:param type="bkpt" val="endCnv"/>
          <dgm:param type="contDir" val="sameDir"/>
          <dgm:param type="grDir" val="tR"/>
          <dgm:param type="flowDir" val="row"/>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true"/>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dim" val="1D"/>
                <dgm:param type="connRout" val="bend"/>
                <dgm:param type="begPts" val="midR bCtr"/>
                <dgm:param type="endPts" val="midL tCtr"/>
              </dgm:alg>
            </dgm:if>
            <dgm:else name="Name6">
              <dgm:alg type="conn">
                <dgm:param type="dim" val="1D"/>
                <dgm:param type="connRout" val="ben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true">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true"/>
        </dgm:pt>
        <dgm:pt modelId="2">
          <dgm:prSet phldr="true"/>
        </dgm:pt>
        <dgm:pt modelId="3">
          <dgm:prSet phldr="true"/>
        </dgm:pt>
        <dgm:pt modelId="4">
          <dgm:prSet phldr="true"/>
        </dgm:pt>
        <dgm:pt modelId="5">
          <dgm:prSet phldr="true"/>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rSet csTypeId="urn:microsoft.com/office/officeart/2005/8/colors/accent6_5"/>
        </dgm:pt>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bkpt" val="endCnv"/>
          <dgm:param type="contDir" val="sameDir"/>
          <dgm:param type="grDir" val="tL"/>
          <dgm:param type="flowDir" val="row"/>
        </dgm:alg>
      </dgm:if>
      <dgm:else name="Name3">
        <dgm:alg type="snake">
          <dgm:param type="bkpt" val="endCnv"/>
          <dgm:param type="contDir" val="sameDir"/>
          <dgm:param type="grDir" val="tR"/>
          <dgm:param type="flowDir" val="row"/>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true"/>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dim" val="1D"/>
                <dgm:param type="connRout" val="bend"/>
                <dgm:param type="begPts" val="midR bCtr"/>
                <dgm:param type="endPts" val="midL tCtr"/>
              </dgm:alg>
            </dgm:if>
            <dgm:else name="Name6">
              <dgm:alg type="conn">
                <dgm:param type="dim" val="1D"/>
                <dgm:param type="connRout" val="ben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true">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3">
        <a:scrgbClr r="0" g="0" b="0"/>
      </a:lnRef>
      <a:fillRef idx="1">
        <a:scrgbClr r="0" g="0" b="0"/>
      </a:fillRef>
      <a:effectRef idx="1">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1">
        <a:scrgbClr r="0" g="0" b="0"/>
      </a:effectRef>
      <a:fontRef idx="minor">
        <a:schemeClr val="lt1"/>
      </a:fontRef>
    </dgm:style>
  </dgm:styleLbl>
  <dgm:styleLbl name="asst0">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3">
        <a:scrgbClr r="0" g="0" b="0"/>
      </a:lnRef>
      <a:fillRef idx="1">
        <a:scrgbClr r="0" g="0" b="0"/>
      </a:fillRef>
      <a:effectRef idx="1">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1">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3">
        <a:scrgbClr r="0" g="0" b="0"/>
      </a:lnRef>
      <a:fillRef idx="1">
        <a:scrgbClr r="0" g="0" b="0"/>
      </a:fillRef>
      <a:effectRef idx="1">
        <a:scrgbClr r="0" g="0" b="0"/>
      </a:effectRef>
      <a:fontRef idx="minor"/>
    </dgm:style>
  </dgm:styleLbl>
  <dgm:styleLbl name="fgShp">
    <dgm:scene3d>
      <a:camera prst="orthographicFront"/>
      <a:lightRig rig="threePt" dir="t"/>
    </dgm:scene3d>
    <dgm:txPr/>
    <dgm:style>
      <a:lnRef idx="3">
        <a:scrgbClr r="0" g="0" b="0"/>
      </a:lnRef>
      <a:fillRef idx="1">
        <a:scrgbClr r="0" g="0" b="0"/>
      </a:fillRef>
      <a:effectRef idx="1">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node0">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txPr/>
    <dgm:style>
      <a:lnRef idx="3">
        <a:scrgbClr r="0" g="0" b="0"/>
      </a:lnRef>
      <a:fillRef idx="1">
        <a:scrgbClr r="0" g="0" b="0"/>
      </a:fillRef>
      <a:effectRef idx="1">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1">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3">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true"/>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true"/>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true"/>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true"/>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true"/>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true"/>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true" noRot="true" noChangeAspect="true"/>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true"/>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true"/>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true"/>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true"/>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true"/>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true"/>
          </p:cNvSpPr>
          <p:nvPr>
            <p:ph type="title"/>
          </p:nvPr>
        </p:nvSpPr>
        <p:spPr>
          <a:xfrm>
            <a:off x="647700" y="258445"/>
            <a:ext cx="10515600" cy="1325563"/>
          </a:xfrm>
        </p:spPr>
        <p:txBody>
          <a:bodyPr anchor="ctr" anchorCtr="false">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true"/>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true"/>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true"/>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true"/>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true"/>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true"/>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true"/>
          </p:cNvSpPr>
          <p:nvPr>
            <p:ph type="ftr" sz="quarter" idx="11"/>
          </p:nvPr>
        </p:nvSpPr>
        <p:spPr/>
        <p:txBody>
          <a:bodyPr/>
          <a:lstStyle/>
          <a:p>
            <a:endParaRPr lang="zh-CN" altLang="en-US"/>
          </a:p>
        </p:txBody>
      </p:sp>
      <p:sp>
        <p:nvSpPr>
          <p:cNvPr id="7" name="灯片编号占位符 6"/>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true"/>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true"/>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true"/>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true"/>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true"/>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true"/>
          </p:cNvSpPr>
          <p:nvPr>
            <p:ph type="ftr" sz="quarter" idx="11"/>
          </p:nvPr>
        </p:nvSpPr>
        <p:spPr/>
        <p:txBody>
          <a:bodyPr/>
          <a:lstStyle/>
          <a:p>
            <a:endParaRPr lang="zh-CN" altLang="en-US"/>
          </a:p>
        </p:txBody>
      </p:sp>
      <p:sp>
        <p:nvSpPr>
          <p:cNvPr id="9" name="灯片编号占位符 8"/>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true"/>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true"/>
          </p:cNvSpPr>
          <p:nvPr>
            <p:ph type="ftr" sz="quarter" idx="11"/>
          </p:nvPr>
        </p:nvSpPr>
        <p:spPr/>
        <p:txBody>
          <a:bodyPr/>
          <a:lstStyle/>
          <a:p>
            <a:endParaRPr lang="zh-CN" altLang="en-US"/>
          </a:p>
        </p:txBody>
      </p:sp>
      <p:sp>
        <p:nvSpPr>
          <p:cNvPr id="5" name="灯片编号占位符 4"/>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true"/>
          </p:cNvSpPr>
          <p:nvPr>
            <p:ph type="ftr" sz="quarter" idx="11"/>
          </p:nvPr>
        </p:nvSpPr>
        <p:spPr/>
        <p:txBody>
          <a:bodyPr/>
          <a:lstStyle/>
          <a:p>
            <a:endParaRPr lang="zh-CN" altLang="en-US"/>
          </a:p>
        </p:txBody>
      </p:sp>
      <p:sp>
        <p:nvSpPr>
          <p:cNvPr id="4" name="灯片编号占位符 3"/>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true"/>
          </p:cNvSpPr>
          <p:nvPr>
            <p:ph type="title"/>
          </p:nvPr>
        </p:nvSpPr>
        <p:spPr>
          <a:xfrm>
            <a:off x="646747" y="127000"/>
            <a:ext cx="4165200" cy="1600200"/>
          </a:xfrm>
        </p:spPr>
        <p:txBody>
          <a:bodyPr anchor="ctr" anchorCtr="false">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true" noChangeAspect="true"/>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true"/>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true"/>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true"/>
          </p:cNvSpPr>
          <p:nvPr>
            <p:ph type="ftr" sz="quarter" idx="11"/>
          </p:nvPr>
        </p:nvSpPr>
        <p:spPr/>
        <p:txBody>
          <a:bodyPr/>
          <a:lstStyle/>
          <a:p>
            <a:endParaRPr lang="zh-CN" altLang="en-US" dirty="0"/>
          </a:p>
        </p:txBody>
      </p:sp>
      <p:sp>
        <p:nvSpPr>
          <p:cNvPr id="7" name="灯片编号占位符 6"/>
          <p:cNvSpPr>
            <a:spLocks noGrp="true"/>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true"/>
          <p:cNvCxnSpPr/>
          <p:nvPr userDrawn="true"/>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true"/>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true"/>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true"/>
          </p:cNvSpPr>
          <p:nvPr>
            <p:ph type="ftr" sz="quarter" idx="11"/>
          </p:nvPr>
        </p:nvSpPr>
        <p:spPr/>
        <p:txBody>
          <a:bodyPr/>
          <a:lstStyle/>
          <a:p>
            <a:endParaRPr lang="zh-CN" altLang="en-US"/>
          </a:p>
        </p:txBody>
      </p:sp>
      <p:sp>
        <p:nvSpPr>
          <p:cNvPr id="5" name="灯片编号占位符 4"/>
          <p:cNvSpPr>
            <a:spLocks noGrp="true"/>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true"/>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10">
          <a:fgClr>
            <a:srgbClr val="FF400D"/>
          </a:fgClr>
          <a:bgClr>
            <a:schemeClr val="bg2">
              <a:lumMod val="50000"/>
            </a:schemeClr>
          </a:bgClr>
        </a:pattFill>
        <a:effectLst/>
      </p:bgPr>
    </p:bg>
    <p:spTree>
      <p:nvGrpSpPr>
        <p:cNvPr id="1" name=""/>
        <p:cNvGrpSpPr/>
        <p:nvPr/>
      </p:nvGrpSpPr>
      <p:grpSpPr>
        <a:xfrm>
          <a:off x="0" y="0"/>
          <a:ext cx="0" cy="0"/>
          <a:chOff x="0" y="0"/>
          <a:chExt cx="0" cy="0"/>
        </a:xfrm>
      </p:grpSpPr>
      <p:sp>
        <p:nvSpPr>
          <p:cNvPr id="2" name="标题占位符 1"/>
          <p:cNvSpPr>
            <a:spLocks noGrp="true"/>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true"/>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true"/>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true"/>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3.png"/><Relationship Id="rId7" Type="http://schemas.microsoft.com/office/2007/relationships/diagramDrawing" Target="../diagrams/drawing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3" Type="http://schemas.openxmlformats.org/officeDocument/2006/relationships/diagramData" Target="../diagrams/data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8.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1.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slideLayout" Target="../slideLayouts/slideLayout1.xml"/><Relationship Id="rId7" Type="http://schemas.openxmlformats.org/officeDocument/2006/relationships/image" Target="../media/image17.png"/><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1.png"/><Relationship Id="rId7" Type="http://schemas.openxmlformats.org/officeDocument/2006/relationships/image" Target="../media/image20.png"/><Relationship Id="rId6" Type="http://schemas.openxmlformats.org/officeDocument/2006/relationships/image" Target="../media/image19.png"/><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18.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24.png"/><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 Id="rId3" Type="http://schemas.openxmlformats.org/officeDocument/2006/relationships/image" Target="../media/image2.png"/><Relationship Id="rId2" Type="http://schemas.openxmlformats.org/officeDocument/2006/relationships/image" Target="../media/image26.jpeg"/><Relationship Id="rId1" Type="http://schemas.openxmlformats.org/officeDocument/2006/relationships/image" Target="../media/image25.jpeg"/></Relationships>
</file>

<file path=ppt/slides/_rels/slide9.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30.jpeg"/><Relationship Id="rId7" Type="http://schemas.microsoft.com/office/2007/relationships/diagramDrawing" Target="../diagrams/drawing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3" Type="http://schemas.openxmlformats.org/officeDocument/2006/relationships/diagramData" Target="../diagrams/data2.xml"/><Relationship Id="rId2" Type="http://schemas.openxmlformats.org/officeDocument/2006/relationships/image" Target="../media/image29.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3.png"/><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6.png"/><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slideLayout" Target="../slideLayouts/slideLayout1.xml"/><Relationship Id="rId7" Type="http://schemas.openxmlformats.org/officeDocument/2006/relationships/image" Target="../media/image46.png"/><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52.jpeg"/><Relationship Id="rId2" Type="http://schemas.openxmlformats.org/officeDocument/2006/relationships/image" Target="../media/image51.jpe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3.jpeg"/><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lithium-2784853_1920"/>
          <p:cNvPicPr>
            <a:picLocks noChangeAspect="true"/>
          </p:cNvPicPr>
          <p:nvPr/>
        </p:nvPicPr>
        <p:blipFill>
          <a:blip r:embed="rId1"/>
          <a:stretch>
            <a:fillRect/>
          </a:stretch>
        </p:blipFill>
        <p:spPr>
          <a:xfrm>
            <a:off x="-802640" y="734060"/>
            <a:ext cx="6633845" cy="4429125"/>
          </a:xfrm>
          <a:prstGeom prst="rect">
            <a:avLst/>
          </a:prstGeom>
        </p:spPr>
      </p:pic>
      <p:pic>
        <p:nvPicPr>
          <p:cNvPr id="7" name="Picture 6" descr="pavimento"/>
          <p:cNvPicPr>
            <a:picLocks noChangeAspect="true"/>
          </p:cNvPicPr>
          <p:nvPr/>
        </p:nvPicPr>
        <p:blipFill>
          <a:blip r:embed="rId2"/>
          <a:stretch>
            <a:fillRect/>
          </a:stretch>
        </p:blipFill>
        <p:spPr>
          <a:xfrm>
            <a:off x="-246380" y="6127750"/>
            <a:ext cx="12650470" cy="974090"/>
          </a:xfrm>
          <a:prstGeom prst="rect">
            <a:avLst/>
          </a:prstGeom>
        </p:spPr>
      </p:pic>
      <p:sp>
        <p:nvSpPr>
          <p:cNvPr id="3" name="Text Box 2"/>
          <p:cNvSpPr txBox="true"/>
          <p:nvPr/>
        </p:nvSpPr>
        <p:spPr>
          <a:xfrm>
            <a:off x="1183005" y="5047615"/>
            <a:ext cx="2153920" cy="337185"/>
          </a:xfrm>
          <a:prstGeom prst="rect">
            <a:avLst/>
          </a:prstGeom>
          <a:noFill/>
        </p:spPr>
        <p:txBody>
          <a:bodyPr wrap="square" rtlCol="0">
            <a:spAutoFit/>
          </a:bodyPr>
          <a:p>
            <a:pPr fontAlgn="auto"/>
            <a:r>
              <a:rPr lang="en-US" altLang="en-US" sz="1600">
                <a:ln w="0" cmpd="sng">
                  <a:noFill/>
                  <a:prstDash val="solid"/>
                </a:ln>
                <a:solidFill>
                  <a:srgbClr val="47FF52"/>
                </a:solidFill>
                <a:latin typeface="OPTINational-Gothic" charset="0"/>
                <a:cs typeface="OPTINational-Gothic" charset="0"/>
              </a:rPr>
              <a:t>- Modello atomico di Bohr</a:t>
            </a:r>
            <a:endParaRPr lang="en-US" altLang="en-US" sz="1600">
              <a:ln w="0" cmpd="sng">
                <a:noFill/>
                <a:prstDash val="solid"/>
              </a:ln>
              <a:solidFill>
                <a:srgbClr val="47FF52"/>
              </a:solidFill>
              <a:latin typeface="OPTINational-Gothic" charset="0"/>
              <a:cs typeface="OPTINational-Gothic" charset="0"/>
            </a:endParaRPr>
          </a:p>
        </p:txBody>
      </p:sp>
      <p:graphicFrame>
        <p:nvGraphicFramePr>
          <p:cNvPr id="4" name="Diagram 3"/>
          <p:cNvGraphicFramePr/>
          <p:nvPr/>
        </p:nvGraphicFramePr>
        <p:xfrm>
          <a:off x="4387215" y="945515"/>
          <a:ext cx="3185160" cy="49498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 Box 5"/>
          <p:cNvSpPr txBox="true"/>
          <p:nvPr/>
        </p:nvSpPr>
        <p:spPr>
          <a:xfrm>
            <a:off x="4902835" y="5893435"/>
            <a:ext cx="2153920" cy="337185"/>
          </a:xfrm>
          <a:prstGeom prst="rect">
            <a:avLst/>
          </a:prstGeom>
          <a:noFill/>
        </p:spPr>
        <p:txBody>
          <a:bodyPr wrap="square" rtlCol="0">
            <a:spAutoFit/>
          </a:bodyPr>
          <a:p>
            <a:pPr algn="ctr" fontAlgn="auto"/>
            <a:r>
              <a:rPr lang="en-US" altLang="en-US" sz="1600">
                <a:ln w="1270" cmpd="sng">
                  <a:noFill/>
                  <a:prstDash val="solid"/>
                </a:ln>
                <a:solidFill>
                  <a:srgbClr val="47FF52"/>
                </a:solidFill>
                <a:latin typeface="OPTINational-Gothic" charset="0"/>
                <a:cs typeface="OPTINational-Gothic" charset="0"/>
              </a:rPr>
              <a:t>- Metodo induttivo</a:t>
            </a:r>
            <a:endParaRPr lang="en-US" altLang="en-US" sz="1600">
              <a:ln w="1270" cmpd="sng">
                <a:noFill/>
                <a:prstDash val="solid"/>
              </a:ln>
              <a:solidFill>
                <a:srgbClr val="47FF52"/>
              </a:solidFill>
              <a:latin typeface="OPTINational-Gothic" charset="0"/>
              <a:cs typeface="OPTINational-Gothic" charset="0"/>
            </a:endParaRPr>
          </a:p>
        </p:txBody>
      </p:sp>
      <p:pic>
        <p:nvPicPr>
          <p:cNvPr id="9" name="Picture 8" descr="1024px-Cartesian-coordinate-system.svg"/>
          <p:cNvPicPr>
            <a:picLocks noChangeAspect="true"/>
          </p:cNvPicPr>
          <p:nvPr/>
        </p:nvPicPr>
        <p:blipFill>
          <a:blip r:embed="rId8"/>
          <a:stretch>
            <a:fillRect/>
          </a:stretch>
        </p:blipFill>
        <p:spPr>
          <a:xfrm>
            <a:off x="7271385" y="734060"/>
            <a:ext cx="5061585" cy="5061585"/>
          </a:xfrm>
          <a:prstGeom prst="rect">
            <a:avLst/>
          </a:prstGeom>
        </p:spPr>
      </p:pic>
      <p:sp>
        <p:nvSpPr>
          <p:cNvPr id="5" name="Text Box 4"/>
          <p:cNvSpPr txBox="true"/>
          <p:nvPr/>
        </p:nvSpPr>
        <p:spPr>
          <a:xfrm>
            <a:off x="3206115" y="140335"/>
            <a:ext cx="574611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DA CARTESIO A PHILIP GLASS</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10" name="Text Box 9"/>
          <p:cNvSpPr txBox="true"/>
          <p:nvPr/>
        </p:nvSpPr>
        <p:spPr>
          <a:xfrm>
            <a:off x="8622030" y="5661025"/>
            <a:ext cx="2360930" cy="337185"/>
          </a:xfrm>
          <a:prstGeom prst="rect">
            <a:avLst/>
          </a:prstGeom>
          <a:noFill/>
        </p:spPr>
        <p:txBody>
          <a:bodyPr wrap="square" rtlCol="0">
            <a:spAutoFit/>
          </a:bodyPr>
          <a:p>
            <a:pPr fontAlgn="auto"/>
            <a:r>
              <a:rPr lang="en-US" altLang="en-US" sz="1600">
                <a:ln w="1270" cmpd="sng">
                  <a:noFill/>
                  <a:prstDash val="solid"/>
                </a:ln>
                <a:solidFill>
                  <a:srgbClr val="47FF52"/>
                </a:solidFill>
                <a:latin typeface="OPTINational-Gothic" charset="0"/>
                <a:cs typeface="OPTINational-Gothic" charset="0"/>
              </a:rPr>
              <a:t>- Sistema di assi cartesiani</a:t>
            </a:r>
            <a:endParaRPr lang="en-US" altLang="en-US" sz="1600">
              <a:ln w="1270" cmpd="sng">
                <a:noFill/>
                <a:prstDash val="solid"/>
              </a:ln>
              <a:solidFill>
                <a:srgbClr val="47FF52"/>
              </a:solidFill>
              <a:latin typeface="OPTINational-Gothic" charset="0"/>
              <a:cs typeface="OPTINational-Gothic"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720465" y="149860"/>
            <a:ext cx="475107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ALGEBRA E GEOMETRIA</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8" name="Picture 7" descr="Oresme-Nicole"/>
          <p:cNvPicPr>
            <a:picLocks noChangeAspect="true"/>
          </p:cNvPicPr>
          <p:nvPr/>
        </p:nvPicPr>
        <p:blipFill>
          <a:blip r:embed="rId2"/>
          <a:stretch>
            <a:fillRect/>
          </a:stretch>
        </p:blipFill>
        <p:spPr>
          <a:xfrm>
            <a:off x="358140" y="149860"/>
            <a:ext cx="1783080" cy="3017520"/>
          </a:xfrm>
          <a:prstGeom prst="rect">
            <a:avLst/>
          </a:prstGeom>
        </p:spPr>
      </p:pic>
      <p:pic>
        <p:nvPicPr>
          <p:cNvPr id="11" name="Picture 10" descr="Frans_Hals_-_Portret_van_René_Descartes"/>
          <p:cNvPicPr>
            <a:picLocks noChangeAspect="true"/>
          </p:cNvPicPr>
          <p:nvPr/>
        </p:nvPicPr>
        <p:blipFill>
          <a:blip r:embed="rId3"/>
          <a:stretch>
            <a:fillRect/>
          </a:stretch>
        </p:blipFill>
        <p:spPr>
          <a:xfrm>
            <a:off x="9355455" y="149860"/>
            <a:ext cx="2464435" cy="3016885"/>
          </a:xfrm>
          <a:prstGeom prst="rect">
            <a:avLst/>
          </a:prstGeom>
        </p:spPr>
      </p:pic>
      <p:sp>
        <p:nvSpPr>
          <p:cNvPr id="13" name="Text Box 12"/>
          <p:cNvSpPr txBox="true"/>
          <p:nvPr/>
        </p:nvSpPr>
        <p:spPr>
          <a:xfrm>
            <a:off x="358140" y="3353435"/>
            <a:ext cx="2153920" cy="33718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 Nicola d’Oresme</a:t>
            </a:r>
            <a:endParaRPr lang="en-US" altLang="en-US" sz="1600">
              <a:ln w="6350" cmpd="sng">
                <a:noFill/>
                <a:prstDash val="solid"/>
              </a:ln>
              <a:solidFill>
                <a:srgbClr val="47FF52"/>
              </a:solidFill>
              <a:latin typeface="OPTINational-Gothic" charset="0"/>
              <a:cs typeface="OPTINational-Gothic" charset="0"/>
            </a:endParaRPr>
          </a:p>
        </p:txBody>
      </p:sp>
      <p:sp>
        <p:nvSpPr>
          <p:cNvPr id="14" name="Text Box 13"/>
          <p:cNvSpPr txBox="true"/>
          <p:nvPr/>
        </p:nvSpPr>
        <p:spPr>
          <a:xfrm>
            <a:off x="9665970" y="3353435"/>
            <a:ext cx="2153920" cy="337185"/>
          </a:xfrm>
          <a:prstGeom prst="rect">
            <a:avLst/>
          </a:prstGeom>
          <a:noFill/>
        </p:spPr>
        <p:txBody>
          <a:bodyPr wrap="square" rtlCol="0">
            <a:spAutoFit/>
          </a:bodyPr>
          <a:p>
            <a:pPr algn="r" fontAlgn="auto"/>
            <a:r>
              <a:rPr lang="en-US" altLang="en-US" sz="1600">
                <a:ln w="6350" cmpd="sng">
                  <a:noFill/>
                  <a:prstDash val="solid"/>
                </a:ln>
                <a:solidFill>
                  <a:srgbClr val="47FF52"/>
                </a:solidFill>
                <a:latin typeface="OPTINational-Gothic" charset="0"/>
                <a:cs typeface="OPTINational-Gothic" charset="0"/>
              </a:rPr>
              <a:t>René Descartes - </a:t>
            </a:r>
            <a:endParaRPr lang="en-US" altLang="en-US" sz="1600">
              <a:ln w="6350" cmpd="sng">
                <a:noFill/>
                <a:prstDash val="solid"/>
              </a:ln>
              <a:solidFill>
                <a:srgbClr val="47FF52"/>
              </a:solidFill>
              <a:latin typeface="OPTINational-Gothic" charset="0"/>
              <a:cs typeface="OPTINational-Gothic" charset="0"/>
            </a:endParaRPr>
          </a:p>
        </p:txBody>
      </p:sp>
      <p:sp>
        <p:nvSpPr>
          <p:cNvPr id="15" name="Right Arrow 14"/>
          <p:cNvSpPr/>
          <p:nvPr/>
        </p:nvSpPr>
        <p:spPr>
          <a:xfrm>
            <a:off x="3977640" y="1324610"/>
            <a:ext cx="3542030" cy="930275"/>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p>
            <a:pPr algn="ctr"/>
            <a:r>
              <a:rPr lang="en-US" altLang="en-US" sz="1500"/>
              <a:t>Sistema di assi per rappresentare lo spazio</a:t>
            </a:r>
            <a:endParaRPr lang="en-US" altLang="en-US" sz="1500"/>
          </a:p>
        </p:txBody>
      </p:sp>
      <p:sp>
        <p:nvSpPr>
          <p:cNvPr id="18" name="Freeform 17"/>
          <p:cNvSpPr/>
          <p:nvPr/>
        </p:nvSpPr>
        <p:spPr>
          <a:xfrm>
            <a:off x="8471535" y="4145915"/>
            <a:ext cx="2230755" cy="1527175"/>
          </a:xfrm>
          <a:custGeom>
            <a:avLst/>
            <a:gdLst>
              <a:gd name="connsiteX0" fmla="*/ 0 w 2952"/>
              <a:gd name="connsiteY0" fmla="*/ 1519 h 2273"/>
              <a:gd name="connsiteX1" fmla="*/ 755 w 2952"/>
              <a:gd name="connsiteY1" fmla="*/ 764 h 2273"/>
              <a:gd name="connsiteX2" fmla="*/ 755 w 2952"/>
              <a:gd name="connsiteY2" fmla="*/ 1141 h 2273"/>
              <a:gd name="connsiteX3" fmla="*/ 2197 w 2952"/>
              <a:gd name="connsiteY3" fmla="*/ 1141 h 2273"/>
              <a:gd name="connsiteX4" fmla="*/ 2197 w 2952"/>
              <a:gd name="connsiteY4" fmla="*/ 10 h 2273"/>
              <a:gd name="connsiteX5" fmla="*/ 2382 w 2952"/>
              <a:gd name="connsiteY5" fmla="*/ 15 h 2273"/>
              <a:gd name="connsiteX6" fmla="*/ 2589 w 2952"/>
              <a:gd name="connsiteY6" fmla="*/ 0 h 2273"/>
              <a:gd name="connsiteX7" fmla="*/ 2752 w 2952"/>
              <a:gd name="connsiteY7" fmla="*/ 0 h 2273"/>
              <a:gd name="connsiteX8" fmla="*/ 2952 w 2952"/>
              <a:gd name="connsiteY8" fmla="*/ 10 h 2273"/>
              <a:gd name="connsiteX9" fmla="*/ 2952 w 2952"/>
              <a:gd name="connsiteY9" fmla="*/ 1896 h 2273"/>
              <a:gd name="connsiteX10" fmla="*/ 755 w 2952"/>
              <a:gd name="connsiteY10" fmla="*/ 1896 h 2273"/>
              <a:gd name="connsiteX11" fmla="*/ 755 w 2952"/>
              <a:gd name="connsiteY11" fmla="*/ 2273 h 2273"/>
              <a:gd name="connsiteX12" fmla="*/ 0 w 2952"/>
              <a:gd name="connsiteY12" fmla="*/ 1519 h 2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952" h="2273">
                <a:moveTo>
                  <a:pt x="0" y="1519"/>
                </a:moveTo>
                <a:lnTo>
                  <a:pt x="755" y="764"/>
                </a:lnTo>
                <a:lnTo>
                  <a:pt x="755" y="1141"/>
                </a:lnTo>
                <a:lnTo>
                  <a:pt x="2197" y="1141"/>
                </a:lnTo>
                <a:lnTo>
                  <a:pt x="2197" y="10"/>
                </a:lnTo>
                <a:lnTo>
                  <a:pt x="2382" y="15"/>
                </a:lnTo>
                <a:lnTo>
                  <a:pt x="2589" y="0"/>
                </a:lnTo>
                <a:lnTo>
                  <a:pt x="2752" y="0"/>
                </a:lnTo>
                <a:lnTo>
                  <a:pt x="2952" y="10"/>
                </a:lnTo>
                <a:lnTo>
                  <a:pt x="2952" y="1896"/>
                </a:lnTo>
                <a:lnTo>
                  <a:pt x="755" y="1896"/>
                </a:lnTo>
                <a:lnTo>
                  <a:pt x="755" y="2273"/>
                </a:lnTo>
                <a:lnTo>
                  <a:pt x="0" y="1519"/>
                </a:lnTo>
                <a:close/>
              </a:path>
            </a:pathLst>
          </a:custGeom>
        </p:spPr>
        <p:style>
          <a:lnRef idx="2">
            <a:schemeClr val="accent6"/>
          </a:lnRef>
          <a:fillRef idx="1">
            <a:schemeClr val="lt1"/>
          </a:fillRef>
          <a:effectRef idx="0">
            <a:schemeClr val="accent6"/>
          </a:effectRef>
          <a:fontRef idx="minor">
            <a:schemeClr val="dk1"/>
          </a:fontRef>
        </p:style>
        <p:txBody>
          <a:bodyPr rtlCol="0" anchor="ctr"/>
          <a:p>
            <a:pPr algn="ctr"/>
            <a:r>
              <a:rPr lang="en-US" altLang="en-US" sz="1600"/>
              <a:t>    </a:t>
            </a:r>
            <a:endParaRPr lang="en-US" altLang="en-US" sz="1600"/>
          </a:p>
          <a:p>
            <a:pPr algn="ctr"/>
            <a:endParaRPr lang="en-US" altLang="en-US" sz="1600"/>
          </a:p>
          <a:p>
            <a:pPr algn="ctr"/>
            <a:r>
              <a:rPr lang="en-US" altLang="en-US" sz="1600"/>
              <a:t>      </a:t>
            </a:r>
            <a:r>
              <a:rPr lang="en-US" altLang="en-US" sz="1500"/>
              <a:t>Mathesis Universalis </a:t>
            </a:r>
            <a:endParaRPr lang="en-US" altLang="en-US" sz="1500"/>
          </a:p>
        </p:txBody>
      </p:sp>
      <p:pic>
        <p:nvPicPr>
          <p:cNvPr id="21" name="Picture 20" descr="circonferenza"/>
          <p:cNvPicPr>
            <a:picLocks noChangeAspect="true"/>
          </p:cNvPicPr>
          <p:nvPr/>
        </p:nvPicPr>
        <p:blipFill>
          <a:blip r:embed="rId4"/>
          <a:stretch>
            <a:fillRect/>
          </a:stretch>
        </p:blipFill>
        <p:spPr>
          <a:xfrm>
            <a:off x="3849370" y="2600325"/>
            <a:ext cx="3799205" cy="3587115"/>
          </a:xfrm>
          <a:prstGeom prst="rect">
            <a:avLst/>
          </a:prstGeom>
        </p:spPr>
      </p:pic>
      <p:sp>
        <p:nvSpPr>
          <p:cNvPr id="2" name="Text Box 1"/>
          <p:cNvSpPr txBox="true"/>
          <p:nvPr/>
        </p:nvSpPr>
        <p:spPr>
          <a:xfrm>
            <a:off x="1566545" y="4617720"/>
            <a:ext cx="2153920" cy="58356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Rappresentazione grafica dell’ equazione:</a:t>
            </a:r>
            <a:endParaRPr lang="en-US" altLang="en-US" sz="1600">
              <a:ln w="6350" cmpd="sng">
                <a:noFill/>
                <a:prstDash val="solid"/>
              </a:ln>
              <a:solidFill>
                <a:srgbClr val="47FF52"/>
              </a:solidFill>
              <a:latin typeface="OPTINational-Gothic" charset="0"/>
              <a:cs typeface="OPTINational-Gothic" charset="0"/>
            </a:endParaRPr>
          </a:p>
        </p:txBody>
      </p:sp>
      <p:pic>
        <p:nvPicPr>
          <p:cNvPr id="3" name="Picture 2" descr="equazione"/>
          <p:cNvPicPr>
            <a:picLocks noChangeAspect="true"/>
          </p:cNvPicPr>
          <p:nvPr/>
        </p:nvPicPr>
        <p:blipFill>
          <a:blip r:embed="rId5"/>
          <a:stretch>
            <a:fillRect/>
          </a:stretch>
        </p:blipFill>
        <p:spPr>
          <a:xfrm>
            <a:off x="1842770" y="5457825"/>
            <a:ext cx="1442720" cy="4140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4947285" y="149860"/>
            <a:ext cx="229743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FUNZIONE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funzione"/>
          <p:cNvPicPr>
            <a:picLocks noChangeAspect="true"/>
          </p:cNvPicPr>
          <p:nvPr/>
        </p:nvPicPr>
        <p:blipFill>
          <a:blip r:embed="rId2"/>
          <a:stretch>
            <a:fillRect/>
          </a:stretch>
        </p:blipFill>
        <p:spPr>
          <a:xfrm>
            <a:off x="2931795" y="923925"/>
            <a:ext cx="6293485" cy="3539490"/>
          </a:xfrm>
          <a:prstGeom prst="rect">
            <a:avLst/>
          </a:prstGeom>
        </p:spPr>
      </p:pic>
      <p:sp>
        <p:nvSpPr>
          <p:cNvPr id="13" name="Text Box 12"/>
          <p:cNvSpPr txBox="true"/>
          <p:nvPr/>
        </p:nvSpPr>
        <p:spPr>
          <a:xfrm>
            <a:off x="5669915" y="4585335"/>
            <a:ext cx="852805" cy="33718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f(a) = b</a:t>
            </a:r>
            <a:endParaRPr lang="en-US" altLang="en-US" sz="1600">
              <a:ln w="6350" cmpd="sng">
                <a:noFill/>
                <a:prstDash val="solid"/>
              </a:ln>
              <a:solidFill>
                <a:srgbClr val="47FF52"/>
              </a:solidFill>
              <a:latin typeface="OPTINational-Gothic" charset="0"/>
              <a:cs typeface="OPTINational-Gothic" charset="0"/>
            </a:endParaRPr>
          </a:p>
        </p:txBody>
      </p:sp>
      <p:sp>
        <p:nvSpPr>
          <p:cNvPr id="4" name="Text Box 3"/>
          <p:cNvSpPr txBox="true"/>
          <p:nvPr/>
        </p:nvSpPr>
        <p:spPr>
          <a:xfrm>
            <a:off x="4170045" y="5233035"/>
            <a:ext cx="3852545" cy="58356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b è l’immagine di a mediante la funzione f</a:t>
            </a:r>
            <a:endParaRPr lang="en-US" altLang="en-US" sz="1600">
              <a:ln w="6350" cmpd="sng">
                <a:noFill/>
                <a:prstDash val="solid"/>
              </a:ln>
              <a:solidFill>
                <a:srgbClr val="47FF52"/>
              </a:solidFill>
              <a:latin typeface="OPTINational-Gothic" charset="0"/>
              <a:cs typeface="OPTINational-Gothic" charset="0"/>
            </a:endParaRPr>
          </a:p>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a la controimmagine di b mediante f</a:t>
            </a:r>
            <a:endParaRPr lang="en-US" altLang="en-US" sz="1600">
              <a:ln w="6350" cmpd="sng">
                <a:noFill/>
                <a:prstDash val="solid"/>
              </a:ln>
              <a:solidFill>
                <a:srgbClr val="47FF52"/>
              </a:solidFill>
              <a:latin typeface="OPTINational-Gothic" charset="0"/>
              <a:cs typeface="OPTINational-Gothic" charset="0"/>
            </a:endParaRPr>
          </a:p>
        </p:txBody>
      </p:sp>
      <p:sp>
        <p:nvSpPr>
          <p:cNvPr id="6" name="Text Box 5"/>
          <p:cNvSpPr txBox="true"/>
          <p:nvPr/>
        </p:nvSpPr>
        <p:spPr>
          <a:xfrm>
            <a:off x="487045" y="2401570"/>
            <a:ext cx="2153920" cy="58356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Gruppo A: Dominio</a:t>
            </a:r>
            <a:endParaRPr lang="en-US" altLang="en-US" sz="1600">
              <a:ln w="6350" cmpd="sng">
                <a:noFill/>
                <a:prstDash val="solid"/>
              </a:ln>
              <a:solidFill>
                <a:srgbClr val="47FF52"/>
              </a:solidFill>
              <a:latin typeface="OPTINational-Gothic" charset="0"/>
              <a:cs typeface="OPTINational-Gothic" charset="0"/>
            </a:endParaRPr>
          </a:p>
          <a:p>
            <a:pPr fontAlgn="auto"/>
            <a:r>
              <a:rPr lang="en-US" altLang="en-US" sz="1600">
                <a:ln w="6350" cmpd="sng">
                  <a:noFill/>
                  <a:prstDash val="solid"/>
                </a:ln>
                <a:solidFill>
                  <a:srgbClr val="47FF52"/>
                </a:solidFill>
                <a:latin typeface="OPTINational-Gothic" charset="0"/>
                <a:cs typeface="OPTINational-Gothic" charset="0"/>
              </a:rPr>
              <a:t>Gruppo B: Codominio</a:t>
            </a:r>
            <a:endParaRPr lang="en-US"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983355" y="140335"/>
            <a:ext cx="422529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STUDIO DI FUNZIONE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4" name="Picture 3" descr="funzionedastudio"/>
          <p:cNvPicPr>
            <a:picLocks noChangeAspect="true"/>
          </p:cNvPicPr>
          <p:nvPr/>
        </p:nvPicPr>
        <p:blipFill>
          <a:blip r:embed="rId2"/>
          <a:stretch>
            <a:fillRect/>
          </a:stretch>
        </p:blipFill>
        <p:spPr>
          <a:xfrm>
            <a:off x="121285" y="1139825"/>
            <a:ext cx="3134360" cy="492760"/>
          </a:xfrm>
          <a:prstGeom prst="rect">
            <a:avLst/>
          </a:prstGeom>
        </p:spPr>
      </p:pic>
      <p:sp>
        <p:nvSpPr>
          <p:cNvPr id="6" name="Text Box 5"/>
          <p:cNvSpPr txBox="true"/>
          <p:nvPr/>
        </p:nvSpPr>
        <p:spPr>
          <a:xfrm>
            <a:off x="121285" y="1839595"/>
            <a:ext cx="1944370"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Studio il dominio:</a:t>
            </a:r>
            <a:endParaRPr lang="en-US" altLang="en-US" sz="1600">
              <a:ln w="6350" cmpd="sng">
                <a:noFill/>
                <a:prstDash val="solid"/>
              </a:ln>
              <a:solidFill>
                <a:srgbClr val="47FF52"/>
              </a:solidFill>
              <a:latin typeface="OPTINational-Gothic" charset="0"/>
              <a:cs typeface="OPTINational-Gothic" charset="0"/>
            </a:endParaRPr>
          </a:p>
        </p:txBody>
      </p:sp>
      <p:pic>
        <p:nvPicPr>
          <p:cNvPr id="9" name="Picture 8" descr="Dominio"/>
          <p:cNvPicPr>
            <a:picLocks noChangeAspect="true"/>
          </p:cNvPicPr>
          <p:nvPr/>
        </p:nvPicPr>
        <p:blipFill>
          <a:blip r:embed="rId3"/>
          <a:stretch>
            <a:fillRect/>
          </a:stretch>
        </p:blipFill>
        <p:spPr>
          <a:xfrm>
            <a:off x="121285" y="2176780"/>
            <a:ext cx="3366770" cy="465455"/>
          </a:xfrm>
          <a:prstGeom prst="rect">
            <a:avLst/>
          </a:prstGeom>
        </p:spPr>
      </p:pic>
      <p:sp>
        <p:nvSpPr>
          <p:cNvPr id="10" name="Text Box 9"/>
          <p:cNvSpPr txBox="true"/>
          <p:nvPr/>
        </p:nvSpPr>
        <p:spPr>
          <a:xfrm>
            <a:off x="121285" y="2835275"/>
            <a:ext cx="2520315"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Valuto la positività:</a:t>
            </a:r>
            <a:endParaRPr lang="en-US" altLang="en-US" sz="1600">
              <a:ln w="6350" cmpd="sng">
                <a:noFill/>
                <a:prstDash val="solid"/>
              </a:ln>
              <a:solidFill>
                <a:srgbClr val="47FF52"/>
              </a:solidFill>
              <a:latin typeface="OPTINational-Gothic" charset="0"/>
              <a:cs typeface="OPTINational-Gothic" charset="0"/>
            </a:endParaRPr>
          </a:p>
        </p:txBody>
      </p:sp>
      <p:pic>
        <p:nvPicPr>
          <p:cNvPr id="11" name="Picture 10" descr="positività"/>
          <p:cNvPicPr>
            <a:picLocks noChangeAspect="true"/>
          </p:cNvPicPr>
          <p:nvPr/>
        </p:nvPicPr>
        <p:blipFill>
          <a:blip r:embed="rId4"/>
          <a:stretch>
            <a:fillRect/>
          </a:stretch>
        </p:blipFill>
        <p:spPr>
          <a:xfrm>
            <a:off x="121285" y="3172460"/>
            <a:ext cx="2590165" cy="608330"/>
          </a:xfrm>
          <a:prstGeom prst="rect">
            <a:avLst/>
          </a:prstGeom>
        </p:spPr>
      </p:pic>
      <p:sp>
        <p:nvSpPr>
          <p:cNvPr id="12" name="Text Box 11"/>
          <p:cNvSpPr txBox="true"/>
          <p:nvPr/>
        </p:nvSpPr>
        <p:spPr>
          <a:xfrm>
            <a:off x="121285" y="3994785"/>
            <a:ext cx="2520315" cy="58356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Eventuali limiti: </a:t>
            </a:r>
            <a:endParaRPr lang="en-US" altLang="en-US" sz="1600">
              <a:ln w="6350" cmpd="sng">
                <a:noFill/>
                <a:prstDash val="solid"/>
              </a:ln>
              <a:solidFill>
                <a:srgbClr val="47FF52"/>
              </a:solidFill>
              <a:latin typeface="OPTINational-Gothic" charset="0"/>
              <a:cs typeface="OPTINational-Gothic" charset="0"/>
            </a:endParaRPr>
          </a:p>
          <a:p>
            <a:pPr indent="0" fontAlgn="auto">
              <a:buFont typeface="Arial" panose="02080604020202020204" pitchFamily="34" charset="0"/>
              <a:buNone/>
            </a:pPr>
            <a:r>
              <a:rPr lang="en-US" altLang="en-US" sz="1600">
                <a:ln w="6350" cmpd="sng">
                  <a:noFill/>
                  <a:prstDash val="solid"/>
                </a:ln>
                <a:solidFill>
                  <a:srgbClr val="47FF52"/>
                </a:solidFill>
                <a:latin typeface="OPTINational-Gothic" charset="0"/>
                <a:cs typeface="OPTINational-Gothic" charset="0"/>
              </a:rPr>
              <a:t>Non ci sono limiti da calcolare</a:t>
            </a:r>
            <a:endParaRPr lang="en-US" altLang="en-US" sz="1600">
              <a:ln w="6350" cmpd="sng">
                <a:noFill/>
                <a:prstDash val="solid"/>
              </a:ln>
              <a:solidFill>
                <a:srgbClr val="47FF52"/>
              </a:solidFill>
              <a:latin typeface="OPTINational-Gothic" charset="0"/>
              <a:cs typeface="OPTINational-Gothic" charset="0"/>
            </a:endParaRPr>
          </a:p>
        </p:txBody>
      </p:sp>
      <p:sp>
        <p:nvSpPr>
          <p:cNvPr id="13" name="Text Box 12"/>
          <p:cNvSpPr txBox="true"/>
          <p:nvPr/>
        </p:nvSpPr>
        <p:spPr>
          <a:xfrm>
            <a:off x="121285" y="4792345"/>
            <a:ext cx="2520315"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Calcolo la derivata prima:</a:t>
            </a:r>
            <a:endParaRPr lang="en-US"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2458085" y="135255"/>
            <a:ext cx="727646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Derivata e punti di non derivabilità</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disegno_PQR"/>
          <p:cNvPicPr>
            <a:picLocks noChangeAspect="true"/>
          </p:cNvPicPr>
          <p:nvPr/>
        </p:nvPicPr>
        <p:blipFill>
          <a:blip r:embed="rId2"/>
          <a:stretch>
            <a:fillRect/>
          </a:stretch>
        </p:blipFill>
        <p:spPr>
          <a:xfrm>
            <a:off x="4159250" y="1366520"/>
            <a:ext cx="3838575" cy="2252980"/>
          </a:xfrm>
          <a:prstGeom prst="rect">
            <a:avLst/>
          </a:prstGeom>
        </p:spPr>
      </p:pic>
      <p:pic>
        <p:nvPicPr>
          <p:cNvPr id="3" name="Picture 2" descr="puntond1"/>
          <p:cNvPicPr>
            <a:picLocks noChangeAspect="true"/>
          </p:cNvPicPr>
          <p:nvPr/>
        </p:nvPicPr>
        <p:blipFill>
          <a:blip r:embed="rId3"/>
          <a:stretch>
            <a:fillRect/>
          </a:stretch>
        </p:blipFill>
        <p:spPr>
          <a:xfrm>
            <a:off x="424815" y="753110"/>
            <a:ext cx="3307715" cy="2866390"/>
          </a:xfrm>
          <a:prstGeom prst="rect">
            <a:avLst/>
          </a:prstGeom>
        </p:spPr>
      </p:pic>
      <p:pic>
        <p:nvPicPr>
          <p:cNvPr id="4" name="Picture 3" descr="puntond2"/>
          <p:cNvPicPr>
            <a:picLocks noChangeAspect="true"/>
          </p:cNvPicPr>
          <p:nvPr/>
        </p:nvPicPr>
        <p:blipFill>
          <a:blip r:embed="rId4"/>
          <a:stretch>
            <a:fillRect/>
          </a:stretch>
        </p:blipFill>
        <p:spPr>
          <a:xfrm>
            <a:off x="8587105" y="753110"/>
            <a:ext cx="3326130" cy="3043555"/>
          </a:xfrm>
          <a:prstGeom prst="rect">
            <a:avLst/>
          </a:prstGeom>
        </p:spPr>
      </p:pic>
      <p:pic>
        <p:nvPicPr>
          <p:cNvPr id="6" name="Picture 5" descr="puntond3"/>
          <p:cNvPicPr>
            <a:picLocks noChangeAspect="true"/>
          </p:cNvPicPr>
          <p:nvPr/>
        </p:nvPicPr>
        <p:blipFill>
          <a:blip r:embed="rId5"/>
          <a:stretch>
            <a:fillRect/>
          </a:stretch>
        </p:blipFill>
        <p:spPr>
          <a:xfrm>
            <a:off x="567690" y="3726815"/>
            <a:ext cx="3021965" cy="2557145"/>
          </a:xfrm>
          <a:prstGeom prst="rect">
            <a:avLst/>
          </a:prstGeom>
        </p:spPr>
      </p:pic>
      <p:pic>
        <p:nvPicPr>
          <p:cNvPr id="8" name="Picture 7" descr="puntond4"/>
          <p:cNvPicPr>
            <a:picLocks noChangeAspect="true"/>
          </p:cNvPicPr>
          <p:nvPr/>
        </p:nvPicPr>
        <p:blipFill>
          <a:blip r:embed="rId6"/>
          <a:stretch>
            <a:fillRect/>
          </a:stretch>
        </p:blipFill>
        <p:spPr>
          <a:xfrm>
            <a:off x="4514215" y="3619500"/>
            <a:ext cx="2865120" cy="2679700"/>
          </a:xfrm>
          <a:prstGeom prst="rect">
            <a:avLst/>
          </a:prstGeom>
        </p:spPr>
      </p:pic>
      <p:pic>
        <p:nvPicPr>
          <p:cNvPr id="9" name="Picture 8" descr="puntond5"/>
          <p:cNvPicPr>
            <a:picLocks noChangeAspect="true"/>
          </p:cNvPicPr>
          <p:nvPr/>
        </p:nvPicPr>
        <p:blipFill>
          <a:blip r:embed="rId7"/>
          <a:stretch>
            <a:fillRect/>
          </a:stretch>
        </p:blipFill>
        <p:spPr>
          <a:xfrm>
            <a:off x="9058275" y="3895090"/>
            <a:ext cx="2383155" cy="25476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983355" y="140335"/>
            <a:ext cx="422529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STUDIO DI FUNZIONE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3" name="Picture 2" descr="graficofunzione1"/>
          <p:cNvPicPr>
            <a:picLocks noChangeAspect="true"/>
          </p:cNvPicPr>
          <p:nvPr/>
        </p:nvPicPr>
        <p:blipFill>
          <a:blip r:embed="rId2"/>
          <a:stretch>
            <a:fillRect/>
          </a:stretch>
        </p:blipFill>
        <p:spPr>
          <a:xfrm>
            <a:off x="3625215" y="1139825"/>
            <a:ext cx="4906645" cy="4577715"/>
          </a:xfrm>
          <a:prstGeom prst="rect">
            <a:avLst/>
          </a:prstGeom>
        </p:spPr>
      </p:pic>
      <p:pic>
        <p:nvPicPr>
          <p:cNvPr id="4" name="Picture 3" descr="funzionedastudio"/>
          <p:cNvPicPr>
            <a:picLocks noChangeAspect="true"/>
          </p:cNvPicPr>
          <p:nvPr/>
        </p:nvPicPr>
        <p:blipFill>
          <a:blip r:embed="rId3"/>
          <a:stretch>
            <a:fillRect/>
          </a:stretch>
        </p:blipFill>
        <p:spPr>
          <a:xfrm>
            <a:off x="121285" y="1139825"/>
            <a:ext cx="3134360" cy="492760"/>
          </a:xfrm>
          <a:prstGeom prst="rect">
            <a:avLst/>
          </a:prstGeom>
        </p:spPr>
      </p:pic>
      <p:sp>
        <p:nvSpPr>
          <p:cNvPr id="6" name="Text Box 5"/>
          <p:cNvSpPr txBox="true"/>
          <p:nvPr/>
        </p:nvSpPr>
        <p:spPr>
          <a:xfrm>
            <a:off x="121285" y="1839595"/>
            <a:ext cx="1944370"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Studio il dominio:</a:t>
            </a:r>
            <a:endParaRPr lang="en-US" altLang="en-US" sz="1600">
              <a:ln w="6350" cmpd="sng">
                <a:noFill/>
                <a:prstDash val="solid"/>
              </a:ln>
              <a:solidFill>
                <a:srgbClr val="47FF52"/>
              </a:solidFill>
              <a:latin typeface="OPTINational-Gothic" charset="0"/>
              <a:cs typeface="OPTINational-Gothic" charset="0"/>
            </a:endParaRPr>
          </a:p>
        </p:txBody>
      </p:sp>
      <p:pic>
        <p:nvPicPr>
          <p:cNvPr id="9" name="Picture 8" descr="Dominio"/>
          <p:cNvPicPr>
            <a:picLocks noChangeAspect="true"/>
          </p:cNvPicPr>
          <p:nvPr/>
        </p:nvPicPr>
        <p:blipFill>
          <a:blip r:embed="rId4"/>
          <a:stretch>
            <a:fillRect/>
          </a:stretch>
        </p:blipFill>
        <p:spPr>
          <a:xfrm>
            <a:off x="121285" y="2176780"/>
            <a:ext cx="3366770" cy="465455"/>
          </a:xfrm>
          <a:prstGeom prst="rect">
            <a:avLst/>
          </a:prstGeom>
        </p:spPr>
      </p:pic>
      <p:sp>
        <p:nvSpPr>
          <p:cNvPr id="10" name="Text Box 9"/>
          <p:cNvSpPr txBox="true"/>
          <p:nvPr/>
        </p:nvSpPr>
        <p:spPr>
          <a:xfrm>
            <a:off x="121285" y="2835275"/>
            <a:ext cx="2520315"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Valuto la positività:</a:t>
            </a:r>
            <a:endParaRPr lang="en-US" altLang="en-US" sz="1600">
              <a:ln w="6350" cmpd="sng">
                <a:noFill/>
                <a:prstDash val="solid"/>
              </a:ln>
              <a:solidFill>
                <a:srgbClr val="47FF52"/>
              </a:solidFill>
              <a:latin typeface="OPTINational-Gothic" charset="0"/>
              <a:cs typeface="OPTINational-Gothic" charset="0"/>
            </a:endParaRPr>
          </a:p>
        </p:txBody>
      </p:sp>
      <p:pic>
        <p:nvPicPr>
          <p:cNvPr id="11" name="Picture 10" descr="positività"/>
          <p:cNvPicPr>
            <a:picLocks noChangeAspect="true"/>
          </p:cNvPicPr>
          <p:nvPr/>
        </p:nvPicPr>
        <p:blipFill>
          <a:blip r:embed="rId5"/>
          <a:stretch>
            <a:fillRect/>
          </a:stretch>
        </p:blipFill>
        <p:spPr>
          <a:xfrm>
            <a:off x="121285" y="3172460"/>
            <a:ext cx="2590165" cy="608330"/>
          </a:xfrm>
          <a:prstGeom prst="rect">
            <a:avLst/>
          </a:prstGeom>
        </p:spPr>
      </p:pic>
      <p:sp>
        <p:nvSpPr>
          <p:cNvPr id="12" name="Text Box 11"/>
          <p:cNvSpPr txBox="true"/>
          <p:nvPr/>
        </p:nvSpPr>
        <p:spPr>
          <a:xfrm>
            <a:off x="121285" y="3994785"/>
            <a:ext cx="2520315" cy="58356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Eventuali limiti: </a:t>
            </a:r>
            <a:endParaRPr lang="en-US" altLang="en-US" sz="1600">
              <a:ln w="6350" cmpd="sng">
                <a:noFill/>
                <a:prstDash val="solid"/>
              </a:ln>
              <a:solidFill>
                <a:srgbClr val="47FF52"/>
              </a:solidFill>
              <a:latin typeface="OPTINational-Gothic" charset="0"/>
              <a:cs typeface="OPTINational-Gothic" charset="0"/>
            </a:endParaRPr>
          </a:p>
          <a:p>
            <a:pPr indent="0" fontAlgn="auto">
              <a:buFont typeface="Arial" panose="02080604020202020204" pitchFamily="34" charset="0"/>
              <a:buNone/>
            </a:pPr>
            <a:r>
              <a:rPr lang="en-US" altLang="en-US" sz="1600">
                <a:ln w="6350" cmpd="sng">
                  <a:noFill/>
                  <a:prstDash val="solid"/>
                </a:ln>
                <a:solidFill>
                  <a:srgbClr val="47FF52"/>
                </a:solidFill>
                <a:latin typeface="OPTINational-Gothic" charset="0"/>
                <a:cs typeface="OPTINational-Gothic" charset="0"/>
              </a:rPr>
              <a:t>Non ci sono limiti da calcolare</a:t>
            </a:r>
            <a:endParaRPr lang="en-US" altLang="en-US" sz="1600">
              <a:ln w="6350" cmpd="sng">
                <a:noFill/>
                <a:prstDash val="solid"/>
              </a:ln>
              <a:solidFill>
                <a:srgbClr val="47FF52"/>
              </a:solidFill>
              <a:latin typeface="OPTINational-Gothic" charset="0"/>
              <a:cs typeface="OPTINational-Gothic" charset="0"/>
            </a:endParaRPr>
          </a:p>
        </p:txBody>
      </p:sp>
      <p:sp>
        <p:nvSpPr>
          <p:cNvPr id="13" name="Text Box 12"/>
          <p:cNvSpPr txBox="true"/>
          <p:nvPr/>
        </p:nvSpPr>
        <p:spPr>
          <a:xfrm>
            <a:off x="121285" y="4792345"/>
            <a:ext cx="2520315"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Calcolo la derivata prima:</a:t>
            </a:r>
            <a:endParaRPr lang="en-US" altLang="en-US" sz="1600">
              <a:ln w="6350" cmpd="sng">
                <a:noFill/>
                <a:prstDash val="solid"/>
              </a:ln>
              <a:solidFill>
                <a:srgbClr val="47FF52"/>
              </a:solidFill>
              <a:latin typeface="OPTINational-Gothic" charset="0"/>
              <a:cs typeface="OPTINational-Gothic" charset="0"/>
            </a:endParaRPr>
          </a:p>
        </p:txBody>
      </p:sp>
      <p:pic>
        <p:nvPicPr>
          <p:cNvPr id="14" name="Picture 13" descr="derivataprima"/>
          <p:cNvPicPr>
            <a:picLocks noChangeAspect="true"/>
          </p:cNvPicPr>
          <p:nvPr/>
        </p:nvPicPr>
        <p:blipFill>
          <a:blip r:embed="rId6"/>
          <a:stretch>
            <a:fillRect/>
          </a:stretch>
        </p:blipFill>
        <p:spPr>
          <a:xfrm>
            <a:off x="121285" y="5129530"/>
            <a:ext cx="5194935" cy="584835"/>
          </a:xfrm>
          <a:prstGeom prst="rect">
            <a:avLst/>
          </a:prstGeom>
        </p:spPr>
      </p:pic>
      <p:sp>
        <p:nvSpPr>
          <p:cNvPr id="15" name="Text Box 14"/>
          <p:cNvSpPr txBox="true"/>
          <p:nvPr/>
        </p:nvSpPr>
        <p:spPr>
          <a:xfrm>
            <a:off x="8658860" y="1839595"/>
            <a:ext cx="2977515"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Calcolo la derivata seconda:</a:t>
            </a:r>
            <a:endParaRPr lang="en-US" altLang="en-US" sz="1600">
              <a:ln w="6350" cmpd="sng">
                <a:noFill/>
                <a:prstDash val="solid"/>
              </a:ln>
              <a:solidFill>
                <a:srgbClr val="47FF52"/>
              </a:solidFill>
              <a:latin typeface="OPTINational-Gothic" charset="0"/>
              <a:cs typeface="OPTINational-Gothic" charset="0"/>
            </a:endParaRPr>
          </a:p>
        </p:txBody>
      </p:sp>
      <p:pic>
        <p:nvPicPr>
          <p:cNvPr id="16" name="Picture 15" descr="derivataseconda1"/>
          <p:cNvPicPr>
            <a:picLocks noChangeAspect="true"/>
          </p:cNvPicPr>
          <p:nvPr/>
        </p:nvPicPr>
        <p:blipFill>
          <a:blip r:embed="rId7"/>
          <a:stretch>
            <a:fillRect/>
          </a:stretch>
        </p:blipFill>
        <p:spPr>
          <a:xfrm>
            <a:off x="7586345" y="2148205"/>
            <a:ext cx="4547235" cy="1300480"/>
          </a:xfrm>
          <a:prstGeom prst="rect">
            <a:avLst/>
          </a:prstGeom>
        </p:spPr>
      </p:pic>
      <p:pic>
        <p:nvPicPr>
          <p:cNvPr id="17" name="Picture 16" descr="derivataseconda2"/>
          <p:cNvPicPr>
            <a:picLocks noChangeAspect="true"/>
          </p:cNvPicPr>
          <p:nvPr/>
        </p:nvPicPr>
        <p:blipFill>
          <a:blip r:embed="rId8"/>
          <a:stretch>
            <a:fillRect/>
          </a:stretch>
        </p:blipFill>
        <p:spPr>
          <a:xfrm>
            <a:off x="8658860" y="4344035"/>
            <a:ext cx="3445510" cy="889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2239645" y="144780"/>
            <a:ext cx="771334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GRAFICO DELLA FUNZIONE RECIPROCA</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graficofunzione2"/>
          <p:cNvPicPr>
            <a:picLocks noChangeAspect="true"/>
          </p:cNvPicPr>
          <p:nvPr/>
        </p:nvPicPr>
        <p:blipFill>
          <a:blip r:embed="rId2"/>
          <a:stretch>
            <a:fillRect/>
          </a:stretch>
        </p:blipFill>
        <p:spPr>
          <a:xfrm>
            <a:off x="3435985" y="920750"/>
            <a:ext cx="5285740" cy="5017135"/>
          </a:xfrm>
          <a:prstGeom prst="rect">
            <a:avLst/>
          </a:prstGeom>
        </p:spPr>
      </p:pic>
      <p:sp>
        <p:nvSpPr>
          <p:cNvPr id="6" name="Text Box 5"/>
          <p:cNvSpPr txBox="true"/>
          <p:nvPr/>
        </p:nvSpPr>
        <p:spPr>
          <a:xfrm>
            <a:off x="121285" y="1839595"/>
            <a:ext cx="2728595" cy="58356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Una funzione è integrabile in senso improprio se: </a:t>
            </a:r>
            <a:endParaRPr lang="en-US" altLang="en-US" sz="1600">
              <a:ln w="6350" cmpd="sng">
                <a:noFill/>
                <a:prstDash val="solid"/>
              </a:ln>
              <a:solidFill>
                <a:srgbClr val="47FF52"/>
              </a:solidFill>
              <a:latin typeface="OPTINational-Gothic" charset="0"/>
              <a:cs typeface="OPTINational-Gothic" charset="0"/>
            </a:endParaRPr>
          </a:p>
        </p:txBody>
      </p:sp>
      <p:pic>
        <p:nvPicPr>
          <p:cNvPr id="3" name="Picture 2" descr="improprio"/>
          <p:cNvPicPr>
            <a:picLocks noChangeAspect="true"/>
          </p:cNvPicPr>
          <p:nvPr/>
        </p:nvPicPr>
        <p:blipFill>
          <a:blip r:embed="rId3"/>
          <a:stretch>
            <a:fillRect/>
          </a:stretch>
        </p:blipFill>
        <p:spPr>
          <a:xfrm>
            <a:off x="121285" y="2584450"/>
            <a:ext cx="3270250" cy="657225"/>
          </a:xfrm>
          <a:prstGeom prst="rect">
            <a:avLst/>
          </a:prstGeom>
        </p:spPr>
      </p:pic>
      <p:sp>
        <p:nvSpPr>
          <p:cNvPr id="4" name="Text Box 3"/>
          <p:cNvSpPr txBox="true"/>
          <p:nvPr/>
        </p:nvSpPr>
        <p:spPr>
          <a:xfrm>
            <a:off x="8905240" y="1839595"/>
            <a:ext cx="2728595" cy="337185"/>
          </a:xfrm>
          <a:prstGeom prst="rect">
            <a:avLst/>
          </a:prstGeom>
          <a:noFill/>
        </p:spPr>
        <p:txBody>
          <a:bodyPr wrap="square" rtlCol="0">
            <a:spAutoFit/>
          </a:bodyPr>
          <a:p>
            <a:pPr marL="285750" indent="-285750"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Nel nostro caso: </a:t>
            </a:r>
            <a:endParaRPr lang="en-US" altLang="en-US" sz="1600">
              <a:ln w="6350" cmpd="sng">
                <a:noFill/>
                <a:prstDash val="solid"/>
              </a:ln>
              <a:solidFill>
                <a:srgbClr val="47FF52"/>
              </a:solidFill>
              <a:latin typeface="OPTINational-Gothic" charset="0"/>
              <a:cs typeface="OPTINational-Gothic" charset="0"/>
            </a:endParaRPr>
          </a:p>
        </p:txBody>
      </p:sp>
      <p:pic>
        <p:nvPicPr>
          <p:cNvPr id="8" name="Picture 7" descr="integraleimproprioreciproca"/>
          <p:cNvPicPr>
            <a:picLocks noChangeAspect="true"/>
          </p:cNvPicPr>
          <p:nvPr/>
        </p:nvPicPr>
        <p:blipFill>
          <a:blip r:embed="rId4"/>
          <a:stretch>
            <a:fillRect/>
          </a:stretch>
        </p:blipFill>
        <p:spPr>
          <a:xfrm>
            <a:off x="8454390" y="2923540"/>
            <a:ext cx="3649345" cy="3023870"/>
          </a:xfrm>
          <a:prstGeom prst="rect">
            <a:avLst/>
          </a:prstGeom>
        </p:spPr>
      </p:pic>
      <p:sp>
        <p:nvSpPr>
          <p:cNvPr id="11" name="Oval 10"/>
          <p:cNvSpPr/>
          <p:nvPr/>
        </p:nvSpPr>
        <p:spPr>
          <a:xfrm>
            <a:off x="9615805" y="5424805"/>
            <a:ext cx="1073785" cy="615950"/>
          </a:xfrm>
          <a:prstGeom prst="ellipse">
            <a:avLst/>
          </a:prstGeom>
          <a:noFill/>
          <a:ln>
            <a:solidFill>
              <a:srgbClr val="47FF52"/>
            </a:solidFill>
          </a:ln>
          <a:extLst>
            <a:ext uri="{909E8E84-426E-40DD-AFC4-6F175D3DCCD1}">
              <a14:hiddenFill xmlns:a14="http://schemas.microsoft.com/office/drawing/2010/main">
                <a:solidFill>
                  <a:schemeClr val="accent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 name="Picture 11" descr="lordkelvin"/>
          <p:cNvPicPr>
            <a:picLocks noChangeAspect="true"/>
          </p:cNvPicPr>
          <p:nvPr/>
        </p:nvPicPr>
        <p:blipFill>
          <a:blip r:embed="rId1"/>
          <a:stretch>
            <a:fillRect/>
          </a:stretch>
        </p:blipFill>
        <p:spPr>
          <a:xfrm>
            <a:off x="5502910" y="847090"/>
            <a:ext cx="2442210" cy="2442210"/>
          </a:xfrm>
          <a:prstGeom prst="rect">
            <a:avLst/>
          </a:prstGeom>
        </p:spPr>
      </p:pic>
      <p:pic>
        <p:nvPicPr>
          <p:cNvPr id="4" name="Picture 3" descr="immanuel-kant-orig"/>
          <p:cNvPicPr>
            <a:picLocks noChangeAspect="true"/>
          </p:cNvPicPr>
          <p:nvPr/>
        </p:nvPicPr>
        <p:blipFill>
          <a:blip r:embed="rId2"/>
          <a:stretch>
            <a:fillRect/>
          </a:stretch>
        </p:blipFill>
        <p:spPr>
          <a:xfrm>
            <a:off x="12700" y="1467485"/>
            <a:ext cx="2068195" cy="2742565"/>
          </a:xfrm>
          <a:prstGeom prst="rect">
            <a:avLst/>
          </a:prstGeom>
        </p:spPr>
      </p:pic>
      <p:pic>
        <p:nvPicPr>
          <p:cNvPr id="7" name="Picture 6" descr="pavimento"/>
          <p:cNvPicPr>
            <a:picLocks noChangeAspect="true"/>
          </p:cNvPicPr>
          <p:nvPr/>
        </p:nvPicPr>
        <p:blipFill>
          <a:blip r:embed="rId3"/>
          <a:stretch>
            <a:fillRect/>
          </a:stretch>
        </p:blipFill>
        <p:spPr>
          <a:xfrm>
            <a:off x="-246380" y="6127750"/>
            <a:ext cx="12650470" cy="974090"/>
          </a:xfrm>
          <a:prstGeom prst="rect">
            <a:avLst/>
          </a:prstGeom>
        </p:spPr>
      </p:pic>
      <p:sp>
        <p:nvSpPr>
          <p:cNvPr id="5" name="Text Box 4"/>
          <p:cNvSpPr txBox="true"/>
          <p:nvPr/>
        </p:nvSpPr>
        <p:spPr>
          <a:xfrm>
            <a:off x="4246880" y="140335"/>
            <a:ext cx="369824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DALL’ 800 AL 900</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6" name="Text Box 5"/>
          <p:cNvSpPr txBox="true"/>
          <p:nvPr/>
        </p:nvSpPr>
        <p:spPr>
          <a:xfrm>
            <a:off x="581025" y="1007110"/>
            <a:ext cx="4254500" cy="460375"/>
          </a:xfrm>
          <a:prstGeom prst="rect">
            <a:avLst/>
          </a:prstGeom>
          <a:noFill/>
        </p:spPr>
        <p:txBody>
          <a:bodyPr wrap="square" rtlCol="0">
            <a:spAutoFit/>
          </a:bodyPr>
          <a:p>
            <a:pPr indent="0" fontAlgn="auto">
              <a:buFont typeface="Arial" panose="02080604020202020204" pitchFamily="34" charset="0"/>
              <a:buNone/>
            </a:pPr>
            <a:r>
              <a:rPr lang="en-US" altLang="en-US" sz="2400" i="1">
                <a:ln w="6350" cmpd="sng">
                  <a:noFill/>
                  <a:prstDash val="solid"/>
                </a:ln>
                <a:solidFill>
                  <a:srgbClr val="47FF52"/>
                </a:solidFill>
                <a:latin typeface="OPTINational-Gothic" charset="0"/>
                <a:cs typeface="OPTINational-Gothic" charset="0"/>
              </a:rPr>
              <a:t>“Uomo legislatore della natura”</a:t>
            </a:r>
            <a:endParaRPr lang="en-US" altLang="en-US" sz="2400" i="1">
              <a:ln w="6350" cmpd="sng">
                <a:noFill/>
                <a:prstDash val="solid"/>
              </a:ln>
              <a:solidFill>
                <a:srgbClr val="47FF52"/>
              </a:solidFill>
              <a:latin typeface="OPTINational-Gothic" charset="0"/>
              <a:cs typeface="OPTINational-Gothic" charset="0"/>
            </a:endParaRPr>
          </a:p>
        </p:txBody>
      </p:sp>
      <p:sp>
        <p:nvSpPr>
          <p:cNvPr id="3" name="Text Box 2"/>
          <p:cNvSpPr txBox="true"/>
          <p:nvPr/>
        </p:nvSpPr>
        <p:spPr>
          <a:xfrm>
            <a:off x="2445385" y="1467485"/>
            <a:ext cx="1801495" cy="337185"/>
          </a:xfrm>
          <a:prstGeom prst="rect">
            <a:avLst/>
          </a:prstGeom>
          <a:noFill/>
        </p:spPr>
        <p:txBody>
          <a:bodyPr wrap="square" rtlCol="0">
            <a:spAutoFit/>
          </a:bodyPr>
          <a:p>
            <a:pPr indent="0" algn="r" fontAlgn="auto">
              <a:buFont typeface="Arial" panose="02080604020202020204" pitchFamily="34" charset="0"/>
              <a:buNone/>
            </a:pPr>
            <a:r>
              <a:rPr lang="en-US" altLang="en-US" sz="1600">
                <a:ln w="6350" cmpd="sng">
                  <a:noFill/>
                  <a:prstDash val="solid"/>
                </a:ln>
                <a:solidFill>
                  <a:srgbClr val="47FF52"/>
                </a:solidFill>
                <a:latin typeface="OPTINational-Gothic" charset="0"/>
                <a:cs typeface="OPTINational-Gothic" charset="0"/>
              </a:rPr>
              <a:t>Immanuel Kant</a:t>
            </a:r>
            <a:endParaRPr lang="en-US" altLang="en-US" sz="1600">
              <a:ln w="6350" cmpd="sng">
                <a:noFill/>
                <a:prstDash val="solid"/>
              </a:ln>
              <a:solidFill>
                <a:srgbClr val="47FF52"/>
              </a:solidFill>
              <a:latin typeface="OPTINational-Gothic" charset="0"/>
              <a:cs typeface="OPTINational-Gothic" charset="0"/>
            </a:endParaRPr>
          </a:p>
        </p:txBody>
      </p:sp>
      <p:sp>
        <p:nvSpPr>
          <p:cNvPr id="8" name="Text Box 7"/>
          <p:cNvSpPr txBox="true"/>
          <p:nvPr/>
        </p:nvSpPr>
        <p:spPr>
          <a:xfrm>
            <a:off x="1973580" y="2354580"/>
            <a:ext cx="4254500" cy="460375"/>
          </a:xfrm>
          <a:prstGeom prst="rect">
            <a:avLst/>
          </a:prstGeom>
          <a:noFill/>
        </p:spPr>
        <p:txBody>
          <a:bodyPr wrap="square" rtlCol="0">
            <a:spAutoFit/>
          </a:bodyPr>
          <a:p>
            <a:pPr indent="0" fontAlgn="auto">
              <a:buFont typeface="Arial" panose="02080604020202020204" pitchFamily="34" charset="0"/>
              <a:buNone/>
            </a:pPr>
            <a:r>
              <a:rPr lang="en-US" altLang="en-US" sz="2400" i="1">
                <a:ln w="6350" cmpd="sng">
                  <a:noFill/>
                  <a:prstDash val="solid"/>
                </a:ln>
                <a:solidFill>
                  <a:srgbClr val="47FF52"/>
                </a:solidFill>
                <a:latin typeface="OPTINational-Gothic" charset="0"/>
                <a:cs typeface="OPTINational-Gothic" charset="0"/>
              </a:rPr>
              <a:t>“A priori di tempo e spazio...”</a:t>
            </a:r>
            <a:endParaRPr lang="en-US" altLang="en-US" sz="2400" i="1">
              <a:ln w="6350" cmpd="sng">
                <a:noFill/>
                <a:prstDash val="solid"/>
              </a:ln>
              <a:solidFill>
                <a:srgbClr val="47FF52"/>
              </a:solidFill>
              <a:latin typeface="OPTINational-Gothic" charset="0"/>
              <a:cs typeface="OPTINational-Gothic" charset="0"/>
            </a:endParaRPr>
          </a:p>
        </p:txBody>
      </p:sp>
      <p:pic>
        <p:nvPicPr>
          <p:cNvPr id="9" name="Picture 8" descr="senzaapriori"/>
          <p:cNvPicPr>
            <a:picLocks noChangeAspect="true"/>
          </p:cNvPicPr>
          <p:nvPr/>
        </p:nvPicPr>
        <p:blipFill>
          <a:blip r:embed="rId4"/>
          <a:stretch>
            <a:fillRect/>
          </a:stretch>
        </p:blipFill>
        <p:spPr>
          <a:xfrm>
            <a:off x="2599690" y="3199765"/>
            <a:ext cx="5683250" cy="1746885"/>
          </a:xfrm>
          <a:prstGeom prst="rect">
            <a:avLst/>
          </a:prstGeom>
        </p:spPr>
      </p:pic>
      <p:pic>
        <p:nvPicPr>
          <p:cNvPr id="10" name="Picture 9" descr="conapriori"/>
          <p:cNvPicPr>
            <a:picLocks noChangeAspect="true"/>
          </p:cNvPicPr>
          <p:nvPr/>
        </p:nvPicPr>
        <p:blipFill>
          <a:blip r:embed="rId5"/>
          <a:stretch>
            <a:fillRect/>
          </a:stretch>
        </p:blipFill>
        <p:spPr>
          <a:xfrm>
            <a:off x="2513330" y="4166870"/>
            <a:ext cx="5610860" cy="2320290"/>
          </a:xfrm>
          <a:prstGeom prst="rect">
            <a:avLst/>
          </a:prstGeom>
        </p:spPr>
      </p:pic>
      <p:sp>
        <p:nvSpPr>
          <p:cNvPr id="11" name="Text Box 10"/>
          <p:cNvSpPr txBox="true"/>
          <p:nvPr/>
        </p:nvSpPr>
        <p:spPr>
          <a:xfrm>
            <a:off x="7945120" y="461645"/>
            <a:ext cx="4243070" cy="4246245"/>
          </a:xfrm>
          <a:prstGeom prst="rect">
            <a:avLst/>
          </a:prstGeom>
          <a:noFill/>
        </p:spPr>
        <p:txBody>
          <a:bodyPr wrap="square" rtlCol="0">
            <a:spAutoFit/>
          </a:bodyPr>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“Signori vi annuncio </a:t>
            </a:r>
            <a:r>
              <a:rPr lang="en-US" altLang="en-US" u="sng">
                <a:ln w="6350" cmpd="sng">
                  <a:noFill/>
                  <a:prstDash val="solid"/>
                </a:ln>
                <a:solidFill>
                  <a:srgbClr val="47FF52"/>
                </a:solidFill>
                <a:latin typeface="OPTINational-Gothic" charset="0"/>
                <a:cs typeface="OPTINational-Gothic" charset="0"/>
              </a:rPr>
              <a:t>la fine</a:t>
            </a:r>
            <a:endParaRPr lang="en-US" altLang="en-US" u="sng">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u="sng">
                <a:ln w="6350" cmpd="sng">
                  <a:noFill/>
                  <a:prstDash val="solid"/>
                </a:ln>
                <a:solidFill>
                  <a:srgbClr val="47FF52"/>
                </a:solidFill>
                <a:latin typeface="OPTINational-Gothic" charset="0"/>
                <a:cs typeface="OPTINational-Gothic" charset="0"/>
              </a:rPr>
              <a:t>della fisica</a:t>
            </a:r>
            <a:r>
              <a:rPr lang="en-US" altLang="en-US">
                <a:ln w="6350" cmpd="sng">
                  <a:noFill/>
                  <a:prstDash val="solid"/>
                </a:ln>
                <a:solidFill>
                  <a:srgbClr val="47FF52"/>
                </a:solidFill>
                <a:latin typeface="OPTINational-Gothic" charset="0"/>
                <a:cs typeface="OPTINational-Gothic" charset="0"/>
              </a:rPr>
              <a:t>, ormai conosciamo le grandi leggi della natura ed i segreti dell’armonia</a:t>
            </a:r>
            <a:endParaRPr lang="en-US" altLang="en-US">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cosmica: i pianeti e tutti i corpi dotati di massa si muovono nell’universo seguendo le leggi</a:t>
            </a:r>
            <a:endParaRPr lang="en-US" altLang="en-US">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della gravitazione di sir Isaac Newton, la luce e tutte le onde elettromagnetiche si</a:t>
            </a:r>
            <a:endParaRPr lang="en-US" altLang="en-US">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propagano per il cosmo seguendo le leggi di sir James Clerk Maxwell, il calore si</a:t>
            </a:r>
            <a:endParaRPr lang="en-US" altLang="en-US">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trasferisce da un corpo ad un altro seguendo le leggi della termodinamica che anche io,</a:t>
            </a:r>
            <a:endParaRPr lang="en-US" altLang="en-US">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modestamente, ho contribuito a formulare. Tutti i fondamenti della fisica ci sono noti e</a:t>
            </a:r>
            <a:endParaRPr lang="en-US" altLang="en-US">
              <a:ln w="6350" cmpd="sng">
                <a:noFill/>
                <a:prstDash val="solid"/>
              </a:ln>
              <a:solidFill>
                <a:srgbClr val="47FF52"/>
              </a:solidFill>
              <a:latin typeface="OPTINational-Gothic" charset="0"/>
              <a:cs typeface="OPTINational-Gothic" charset="0"/>
            </a:endParaRPr>
          </a:p>
          <a:p>
            <a:pPr indent="0" algn="r"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null’altro di sostanziale c’è dunque da scoprire sulla natura fisica delle cose.”</a:t>
            </a:r>
            <a:endParaRPr lang="en-US" altLang="en-US">
              <a:ln w="6350" cmpd="sng">
                <a:noFill/>
                <a:prstDash val="solid"/>
              </a:ln>
              <a:solidFill>
                <a:srgbClr val="47FF52"/>
              </a:solidFill>
              <a:latin typeface="OPTINational-Gothic" charset="0"/>
              <a:cs typeface="OPTINational-Gothic" charset="0"/>
            </a:endParaRPr>
          </a:p>
        </p:txBody>
      </p:sp>
      <p:sp>
        <p:nvSpPr>
          <p:cNvPr id="13" name="Text Box 12"/>
          <p:cNvSpPr txBox="true"/>
          <p:nvPr/>
        </p:nvSpPr>
        <p:spPr>
          <a:xfrm>
            <a:off x="7945120" y="4707890"/>
            <a:ext cx="2442210" cy="33718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William Thomson Lord Kelvin</a:t>
            </a:r>
            <a:endParaRPr lang="en-US"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4229735" y="130175"/>
            <a:ext cx="369887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DALL’ 800 AL 900</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3" name="Text Box 2"/>
          <p:cNvSpPr txBox="true"/>
          <p:nvPr/>
        </p:nvSpPr>
        <p:spPr>
          <a:xfrm>
            <a:off x="79375" y="836930"/>
            <a:ext cx="8290560" cy="2030095"/>
          </a:xfrm>
          <a:prstGeom prst="rect">
            <a:avLst/>
          </a:prstGeom>
          <a:noFill/>
        </p:spPr>
        <p:txBody>
          <a:bodyPr wrap="square" rtlCol="0">
            <a:spAutoFit/>
          </a:bodyPr>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“È proprio tra la fine del secolo XIX e</a:t>
            </a:r>
            <a:endParaRPr lang="en-US" altLang="en-US">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l'inizio del XX secolo che alcune osservazioni sperimentali pongono in crisi le concezioni</a:t>
            </a:r>
            <a:endParaRPr lang="en-US" altLang="en-US">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classiche del mondo fisico: da un lato il comportamento della luce rispetto a diversi sistemi</a:t>
            </a:r>
            <a:endParaRPr lang="en-US" altLang="en-US">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di riferimento in moto fra loro, dall'altro i primi indizi sulla struttura granulare dell'energia</a:t>
            </a:r>
            <a:endParaRPr lang="en-US" altLang="en-US">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emessa o assorbita dai vari corpi sotto forma di radiazione. È nel XX secolo che questi</a:t>
            </a:r>
            <a:endParaRPr lang="en-US" altLang="en-US">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primi quesiti, e molti altri da essi derivati, trovano la loro risposta, gli uni nella Teoria della</a:t>
            </a:r>
            <a:endParaRPr lang="en-US" altLang="en-US">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a:ln w="6350" cmpd="sng">
                  <a:noFill/>
                  <a:prstDash val="solid"/>
                </a:ln>
                <a:solidFill>
                  <a:srgbClr val="47FF52"/>
                </a:solidFill>
                <a:latin typeface="OPTINational-Gothic" charset="0"/>
                <a:cs typeface="OPTINational-Gothic" charset="0"/>
              </a:rPr>
              <a:t>Relatività, gli altri nella Teoria Quantistica...”.</a:t>
            </a:r>
            <a:endParaRPr lang="en-US" altLang="en-US">
              <a:ln w="6350" cmpd="sng">
                <a:noFill/>
                <a:prstDash val="solid"/>
              </a:ln>
              <a:solidFill>
                <a:srgbClr val="47FF52"/>
              </a:solidFill>
              <a:latin typeface="OPTINational-Gothic" charset="0"/>
              <a:cs typeface="OPTINational-Gothic" charset="0"/>
            </a:endParaRPr>
          </a:p>
        </p:txBody>
      </p:sp>
      <p:sp>
        <p:nvSpPr>
          <p:cNvPr id="13" name="Text Box 12"/>
          <p:cNvSpPr txBox="true"/>
          <p:nvPr/>
        </p:nvSpPr>
        <p:spPr>
          <a:xfrm>
            <a:off x="6510655" y="2867025"/>
            <a:ext cx="1417955" cy="337185"/>
          </a:xfrm>
          <a:prstGeom prst="rect">
            <a:avLst/>
          </a:prstGeom>
          <a:noFill/>
        </p:spPr>
        <p:txBody>
          <a:bodyPr wrap="square" rtlCol="0">
            <a:spAutoFit/>
          </a:bodyPr>
          <a:p>
            <a:pPr algn="r" fontAlgn="auto"/>
            <a:r>
              <a:rPr lang="en-US" altLang="en-US" sz="1600">
                <a:ln w="6350" cmpd="sng">
                  <a:noFill/>
                  <a:prstDash val="solid"/>
                </a:ln>
                <a:solidFill>
                  <a:srgbClr val="47FF52"/>
                </a:solidFill>
                <a:latin typeface="OPTINational-Gothic" charset="0"/>
                <a:cs typeface="OPTINational-Gothic" charset="0"/>
              </a:rPr>
              <a:t>Edoardo Amaldi</a:t>
            </a:r>
            <a:endParaRPr lang="en-US" altLang="en-US" sz="1600">
              <a:ln w="6350" cmpd="sng">
                <a:noFill/>
                <a:prstDash val="solid"/>
              </a:ln>
              <a:solidFill>
                <a:srgbClr val="47FF52"/>
              </a:solidFill>
              <a:latin typeface="OPTINational-Gothic" charset="0"/>
              <a:cs typeface="OPTINational-Gothic" charset="0"/>
            </a:endParaRPr>
          </a:p>
        </p:txBody>
      </p:sp>
      <p:pic>
        <p:nvPicPr>
          <p:cNvPr id="4" name="Picture 3"/>
          <p:cNvPicPr>
            <a:picLocks noChangeAspect="true"/>
          </p:cNvPicPr>
          <p:nvPr/>
        </p:nvPicPr>
        <p:blipFill>
          <a:blip r:embed="rId2"/>
          <a:stretch>
            <a:fillRect/>
          </a:stretch>
        </p:blipFill>
        <p:spPr>
          <a:xfrm>
            <a:off x="8551545" y="4126230"/>
            <a:ext cx="3521075" cy="742315"/>
          </a:xfrm>
          <a:prstGeom prst="rect">
            <a:avLst/>
          </a:prstGeom>
        </p:spPr>
      </p:pic>
      <p:graphicFrame>
        <p:nvGraphicFramePr>
          <p:cNvPr id="9" name="Diagram 8"/>
          <p:cNvGraphicFramePr/>
          <p:nvPr/>
        </p:nvGraphicFramePr>
        <p:xfrm>
          <a:off x="74930" y="3576320"/>
          <a:ext cx="7853680" cy="18421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0" name="Straight Arrow Connector 9"/>
          <p:cNvCxnSpPr>
            <a:stCxn id="9" idx="3"/>
          </p:cNvCxnSpPr>
          <p:nvPr/>
        </p:nvCxnSpPr>
        <p:spPr>
          <a:xfrm>
            <a:off x="7928610" y="4497705"/>
            <a:ext cx="586740" cy="6985"/>
          </a:xfrm>
          <a:prstGeom prst="straightConnector1">
            <a:avLst/>
          </a:prstGeom>
          <a:ln>
            <a:tailEnd type="arrow" w="med" len="med"/>
          </a:ln>
        </p:spPr>
        <p:style>
          <a:lnRef idx="1">
            <a:schemeClr val="accent6"/>
          </a:lnRef>
          <a:fillRef idx="0">
            <a:schemeClr val="accent6"/>
          </a:fillRef>
          <a:effectRef idx="0">
            <a:schemeClr val="accent6"/>
          </a:effectRef>
          <a:fontRef idx="minor">
            <a:schemeClr val="tx1"/>
          </a:fontRef>
        </p:style>
      </p:cxnSp>
      <p:sp>
        <p:nvSpPr>
          <p:cNvPr id="11" name="Text Box 10"/>
          <p:cNvSpPr txBox="true"/>
          <p:nvPr/>
        </p:nvSpPr>
        <p:spPr>
          <a:xfrm>
            <a:off x="8357870" y="4935855"/>
            <a:ext cx="3714750" cy="1322070"/>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Dove ε0 e μ0 sono rispettivamente le costanti fondamentali del campo elettrostatico e magnetico, a prova della complicità dei due nella creazione dei campi elettromagnetici.</a:t>
            </a:r>
            <a:endParaRPr lang="en-US" altLang="en-US" sz="1600">
              <a:ln w="6350" cmpd="sng">
                <a:noFill/>
                <a:prstDash val="solid"/>
              </a:ln>
              <a:solidFill>
                <a:srgbClr val="47FF52"/>
              </a:solidFill>
              <a:latin typeface="OPTINational-Gothic" charset="0"/>
              <a:cs typeface="OPTINational-Gothic" charset="0"/>
            </a:endParaRPr>
          </a:p>
        </p:txBody>
      </p:sp>
      <p:pic>
        <p:nvPicPr>
          <p:cNvPr id="14" name="Picture 13" descr="Edoardo_Amaldi_pillars"/>
          <p:cNvPicPr>
            <a:picLocks noChangeAspect="true"/>
          </p:cNvPicPr>
          <p:nvPr/>
        </p:nvPicPr>
        <p:blipFill>
          <a:blip r:embed="rId8"/>
          <a:stretch>
            <a:fillRect/>
          </a:stretch>
        </p:blipFill>
        <p:spPr>
          <a:xfrm>
            <a:off x="8551545" y="320675"/>
            <a:ext cx="2128520" cy="288353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453765" y="130810"/>
            <a:ext cx="524954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ALLA RICERCA DELL’ETERE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etere"/>
          <p:cNvPicPr>
            <a:picLocks noChangeAspect="true"/>
          </p:cNvPicPr>
          <p:nvPr/>
        </p:nvPicPr>
        <p:blipFill>
          <a:blip r:embed="rId2"/>
          <a:stretch>
            <a:fillRect/>
          </a:stretch>
        </p:blipFill>
        <p:spPr>
          <a:xfrm>
            <a:off x="106680" y="837565"/>
            <a:ext cx="3407410" cy="4393565"/>
          </a:xfrm>
          <a:prstGeom prst="rect">
            <a:avLst/>
          </a:prstGeom>
        </p:spPr>
      </p:pic>
      <p:sp>
        <p:nvSpPr>
          <p:cNvPr id="13" name="Text Box 12"/>
          <p:cNvSpPr txBox="true"/>
          <p:nvPr/>
        </p:nvSpPr>
        <p:spPr>
          <a:xfrm>
            <a:off x="-39370" y="5297805"/>
            <a:ext cx="4180840" cy="82994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Già Aristotele aveva ipotizzato l’esistenza dell’etere, come quinto elemento dopo Terra, Acqua, Aria e Fuoco.</a:t>
            </a:r>
            <a:endParaRPr lang="en-US" altLang="en-US" sz="1600">
              <a:ln w="6350" cmpd="sng">
                <a:noFill/>
                <a:prstDash val="solid"/>
              </a:ln>
              <a:solidFill>
                <a:srgbClr val="47FF52"/>
              </a:solidFill>
              <a:latin typeface="OPTINational-Gothic" charset="0"/>
              <a:cs typeface="OPTINational-Gothic" charset="0"/>
            </a:endParaRPr>
          </a:p>
        </p:txBody>
      </p:sp>
      <p:pic>
        <p:nvPicPr>
          <p:cNvPr id="3" name="Picture 2" descr="etere1"/>
          <p:cNvPicPr>
            <a:picLocks noChangeAspect="true"/>
          </p:cNvPicPr>
          <p:nvPr/>
        </p:nvPicPr>
        <p:blipFill>
          <a:blip r:embed="rId3"/>
          <a:stretch>
            <a:fillRect/>
          </a:stretch>
        </p:blipFill>
        <p:spPr>
          <a:xfrm>
            <a:off x="8609330" y="130810"/>
            <a:ext cx="3430905" cy="2574290"/>
          </a:xfrm>
          <a:prstGeom prst="rect">
            <a:avLst/>
          </a:prstGeom>
        </p:spPr>
      </p:pic>
      <p:pic>
        <p:nvPicPr>
          <p:cNvPr id="4" name="Picture 3" descr="michmorley"/>
          <p:cNvPicPr>
            <a:picLocks noChangeAspect="true"/>
          </p:cNvPicPr>
          <p:nvPr/>
        </p:nvPicPr>
        <p:blipFill>
          <a:blip r:embed="rId4"/>
          <a:stretch>
            <a:fillRect/>
          </a:stretch>
        </p:blipFill>
        <p:spPr>
          <a:xfrm>
            <a:off x="4141470" y="2949575"/>
            <a:ext cx="4901565" cy="2933700"/>
          </a:xfrm>
          <a:prstGeom prst="rect">
            <a:avLst/>
          </a:prstGeom>
        </p:spPr>
      </p:pic>
      <p:sp>
        <p:nvSpPr>
          <p:cNvPr id="6" name="Text Box 5"/>
          <p:cNvSpPr txBox="true"/>
          <p:nvPr/>
        </p:nvSpPr>
        <p:spPr>
          <a:xfrm>
            <a:off x="9409430" y="4154805"/>
            <a:ext cx="2105660" cy="107632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L’esperimento di Michelson-Morley non riuscì a dimostrare l’esistenza dell’etere.</a:t>
            </a:r>
            <a:endParaRPr lang="en-US"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2390775" y="191135"/>
            <a:ext cx="737552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LA FRAGILITÀ DELLA FISICA CLASSICA</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3" name="Picture 2" descr="ominoinmovimento"/>
          <p:cNvPicPr>
            <a:picLocks noChangeAspect="true"/>
          </p:cNvPicPr>
          <p:nvPr/>
        </p:nvPicPr>
        <p:blipFill>
          <a:blip r:embed="rId2"/>
          <a:stretch>
            <a:fillRect/>
          </a:stretch>
        </p:blipFill>
        <p:spPr>
          <a:xfrm>
            <a:off x="8173720" y="1762125"/>
            <a:ext cx="1592580" cy="2781300"/>
          </a:xfrm>
          <a:prstGeom prst="rect">
            <a:avLst/>
          </a:prstGeom>
        </p:spPr>
      </p:pic>
      <p:pic>
        <p:nvPicPr>
          <p:cNvPr id="4" name="Picture 3" descr="ominofermo"/>
          <p:cNvPicPr>
            <a:picLocks noChangeAspect="true"/>
          </p:cNvPicPr>
          <p:nvPr/>
        </p:nvPicPr>
        <p:blipFill>
          <a:blip r:embed="rId3"/>
          <a:stretch>
            <a:fillRect/>
          </a:stretch>
        </p:blipFill>
        <p:spPr>
          <a:xfrm>
            <a:off x="2390775" y="1762125"/>
            <a:ext cx="1485265" cy="2781300"/>
          </a:xfrm>
          <a:prstGeom prst="rect">
            <a:avLst/>
          </a:prstGeom>
        </p:spPr>
      </p:pic>
      <p:sp>
        <p:nvSpPr>
          <p:cNvPr id="6" name="Text Box 5"/>
          <p:cNvSpPr txBox="true"/>
          <p:nvPr/>
        </p:nvSpPr>
        <p:spPr>
          <a:xfrm>
            <a:off x="7526655" y="4559300"/>
            <a:ext cx="3721735" cy="1568450"/>
          </a:xfrm>
          <a:prstGeom prst="rect">
            <a:avLst/>
          </a:prstGeom>
          <a:noFill/>
        </p:spPr>
        <p:txBody>
          <a:bodyPr wrap="square" rtlCol="0">
            <a:spAutoFit/>
          </a:bodyPr>
          <a:p>
            <a:pPr algn="r" fontAlgn="auto"/>
            <a:r>
              <a:rPr lang="en-US" altLang="en-US" sz="1600">
                <a:ln w="6350" cmpd="sng">
                  <a:noFill/>
                  <a:prstDash val="solid"/>
                </a:ln>
                <a:solidFill>
                  <a:srgbClr val="47FF52"/>
                </a:solidFill>
                <a:latin typeface="OPTINational-Gothic" charset="0"/>
                <a:cs typeface="OPTINational-Gothic" charset="0"/>
              </a:rPr>
              <a:t>Quando invece l’osservatore è in movimento con velocità u = c, secondo le trasformazioni di Galileo, non potrebbe riflettere la propria immagine in quanto si muove alla stessa velocità da lui emanata in un certo istante di tempo. E infatti v’ = c - u .</a:t>
            </a:r>
            <a:endParaRPr lang="en-US" altLang="en-US" sz="1600">
              <a:ln w="6350" cmpd="sng">
                <a:noFill/>
                <a:prstDash val="solid"/>
              </a:ln>
              <a:solidFill>
                <a:srgbClr val="47FF52"/>
              </a:solidFill>
              <a:latin typeface="OPTINational-Gothic" charset="0"/>
              <a:cs typeface="OPTINational-Gothic" charset="0"/>
            </a:endParaRPr>
          </a:p>
        </p:txBody>
      </p:sp>
      <p:sp>
        <p:nvSpPr>
          <p:cNvPr id="8" name="Text Box 7"/>
          <p:cNvSpPr txBox="true"/>
          <p:nvPr/>
        </p:nvSpPr>
        <p:spPr>
          <a:xfrm>
            <a:off x="1616710" y="4797425"/>
            <a:ext cx="2105660" cy="1076325"/>
          </a:xfrm>
          <a:prstGeom prst="rect">
            <a:avLst/>
          </a:prstGeom>
          <a:noFill/>
        </p:spPr>
        <p:txBody>
          <a:bodyPr wrap="square" rtlCol="0">
            <a:spAutoFit/>
          </a:bodyPr>
          <a:p>
            <a:pPr fontAlgn="auto"/>
            <a:r>
              <a:rPr lang="en-US" altLang="en-US" sz="1600">
                <a:ln w="6350" cmpd="sng">
                  <a:noFill/>
                  <a:prstDash val="solid"/>
                </a:ln>
                <a:solidFill>
                  <a:srgbClr val="47FF52"/>
                </a:solidFill>
                <a:latin typeface="OPTINational-Gothic" charset="0"/>
                <a:cs typeface="OPTINational-Gothic" charset="0"/>
              </a:rPr>
              <a:t>Quando l’osservatore è fermo l’immagine viene normalmente riflessa sullo specchio.</a:t>
            </a:r>
            <a:endParaRPr lang="en-US" altLang="en-US" sz="1600">
              <a:ln w="6350" cmpd="sng">
                <a:noFill/>
                <a:prstDash val="solid"/>
              </a:ln>
              <a:solidFill>
                <a:srgbClr val="47FF52"/>
              </a:solidFill>
              <a:latin typeface="OPTINational-Gothic" charset="0"/>
              <a:cs typeface="OPTINational-Gothic" charset="0"/>
            </a:endParaRPr>
          </a:p>
        </p:txBody>
      </p:sp>
      <p:sp>
        <p:nvSpPr>
          <p:cNvPr id="9" name="Text Box 8"/>
          <p:cNvSpPr txBox="true"/>
          <p:nvPr/>
        </p:nvSpPr>
        <p:spPr>
          <a:xfrm>
            <a:off x="5026025" y="2297430"/>
            <a:ext cx="1997710" cy="768350"/>
          </a:xfrm>
          <a:prstGeom prst="rect">
            <a:avLst/>
          </a:prstGeom>
          <a:noFill/>
        </p:spPr>
        <p:txBody>
          <a:bodyPr wrap="square" rtlCol="0">
            <a:spAutoFit/>
          </a:bodyPr>
          <a:p>
            <a:pPr fontAlgn="auto"/>
            <a:r>
              <a:rPr lang="en-US" altLang="en-US" sz="2800">
                <a:ln w="6350" cmpd="sng">
                  <a:noFill/>
                  <a:prstDash val="solid"/>
                </a:ln>
                <a:solidFill>
                  <a:srgbClr val="47FF52"/>
                </a:solidFill>
                <a:latin typeface="OPTINational-Gothic" charset="0"/>
                <a:cs typeface="OPTINational-Gothic" charset="0"/>
              </a:rPr>
              <a:t>RISULTATO:</a:t>
            </a:r>
            <a:r>
              <a:rPr lang="en-US" altLang="en-US" sz="1600">
                <a:ln w="6350" cmpd="sng">
                  <a:noFill/>
                  <a:prstDash val="solid"/>
                </a:ln>
                <a:solidFill>
                  <a:srgbClr val="47FF52"/>
                </a:solidFill>
                <a:latin typeface="OPTINational-Gothic" charset="0"/>
                <a:cs typeface="OPTINational-Gothic" charset="0"/>
              </a:rPr>
              <a:t> </a:t>
            </a:r>
            <a:endParaRPr lang="en-US" altLang="en-US" sz="1600">
              <a:ln w="6350" cmpd="sng">
                <a:noFill/>
                <a:prstDash val="solid"/>
              </a:ln>
              <a:solidFill>
                <a:srgbClr val="47FF52"/>
              </a:solidFill>
              <a:latin typeface="OPTINational-Gothic" charset="0"/>
              <a:cs typeface="OPTINational-Gothic" charset="0"/>
            </a:endParaRPr>
          </a:p>
          <a:p>
            <a:pPr fontAlgn="auto"/>
            <a:endParaRPr lang="en-US" altLang="en-US" sz="1600">
              <a:ln w="6350" cmpd="sng">
                <a:noFill/>
                <a:prstDash val="solid"/>
              </a:ln>
              <a:solidFill>
                <a:srgbClr val="47FF52"/>
              </a:solidFill>
              <a:latin typeface="OPTINational-Gothic" charset="0"/>
              <a:cs typeface="OPTINational-Gothic" charset="0"/>
            </a:endParaRPr>
          </a:p>
        </p:txBody>
      </p:sp>
      <p:sp>
        <p:nvSpPr>
          <p:cNvPr id="10" name="Text Box 9"/>
          <p:cNvSpPr txBox="true"/>
          <p:nvPr/>
        </p:nvSpPr>
        <p:spPr>
          <a:xfrm>
            <a:off x="4558030" y="3065780"/>
            <a:ext cx="2933700" cy="1938020"/>
          </a:xfrm>
          <a:prstGeom prst="rect">
            <a:avLst/>
          </a:prstGeom>
          <a:noFill/>
        </p:spPr>
        <p:txBody>
          <a:bodyPr wrap="square" rtlCol="0">
            <a:spAutoFit/>
          </a:bodyPr>
          <a:p>
            <a:pPr fontAlgn="auto"/>
            <a:r>
              <a:rPr lang="en-US" altLang="en-US" sz="2000">
                <a:ln w="6350" cmpd="sng">
                  <a:noFill/>
                  <a:prstDash val="solid"/>
                </a:ln>
                <a:solidFill>
                  <a:srgbClr val="47FF52"/>
                </a:solidFill>
                <a:latin typeface="OPTINational-Gothic" charset="0"/>
                <a:cs typeface="OPTINational-Gothic" charset="0"/>
              </a:rPr>
              <a:t>POSSIAMO RENDERCI CONTO DI ESSERE FERMI O IN MOVIMENTO DI MOTO RETTILINEO UNIFORME, GUARDANDO UNO SPECCHIO!!!</a:t>
            </a:r>
            <a:endParaRPr lang="en-US" altLang="en-US" sz="20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692525" y="162560"/>
            <a:ext cx="477329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TRE POSSIBILI SCENARI</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8" name="Text Box 7"/>
          <p:cNvSpPr txBox="true"/>
          <p:nvPr/>
        </p:nvSpPr>
        <p:spPr>
          <a:xfrm>
            <a:off x="2002155" y="1444625"/>
            <a:ext cx="8187690" cy="3969385"/>
          </a:xfrm>
          <a:prstGeom prst="rect">
            <a:avLst/>
          </a:prstGeom>
          <a:noFill/>
        </p:spPr>
        <p:txBody>
          <a:bodyPr wrap="square" rtlCol="0">
            <a:spAutoFit/>
          </a:bodyPr>
          <a:p>
            <a:pPr marL="342900" indent="-342900" fontAlgn="auto">
              <a:buFont typeface="+mj-lt"/>
              <a:buAutoNum type="arabicPeriod"/>
            </a:pPr>
            <a:r>
              <a:rPr lang="en-US" altLang="en-US" sz="2800">
                <a:ln w="6350" cmpd="sng">
                  <a:noFill/>
                  <a:prstDash val="solid"/>
                </a:ln>
                <a:solidFill>
                  <a:srgbClr val="47FF52"/>
                </a:solidFill>
                <a:latin typeface="OPTINational-Gothic" charset="0"/>
                <a:cs typeface="OPTINational-Gothic" charset="0"/>
              </a:rPr>
              <a:t>Il principio della relativa di Galileo è falso e quindi esiste un modo per rendersi conto se si è fermi o in moto rettilineo uniforme.</a:t>
            </a:r>
            <a:endParaRPr lang="en-US" altLang="en-US" sz="2800">
              <a:ln w="6350" cmpd="sng">
                <a:noFill/>
                <a:prstDash val="solid"/>
              </a:ln>
              <a:solidFill>
                <a:srgbClr val="47FF52"/>
              </a:solidFill>
              <a:latin typeface="OPTINational-Gothic" charset="0"/>
              <a:cs typeface="OPTINational-Gothic" charset="0"/>
            </a:endParaRPr>
          </a:p>
          <a:p>
            <a:pPr marL="342900" indent="-342900" fontAlgn="auto">
              <a:buFont typeface="+mj-lt"/>
              <a:buAutoNum type="arabicPeriod"/>
            </a:pPr>
            <a:endParaRPr lang="en-US" altLang="en-US" sz="2800">
              <a:ln w="6350" cmpd="sng">
                <a:noFill/>
                <a:prstDash val="solid"/>
              </a:ln>
              <a:solidFill>
                <a:srgbClr val="47FF52"/>
              </a:solidFill>
              <a:latin typeface="OPTINational-Gothic" charset="0"/>
              <a:cs typeface="OPTINational-Gothic" charset="0"/>
            </a:endParaRPr>
          </a:p>
          <a:p>
            <a:pPr marL="342900" indent="-342900" fontAlgn="auto">
              <a:buFont typeface="+mj-lt"/>
              <a:buAutoNum type="arabicPeriod"/>
            </a:pPr>
            <a:r>
              <a:rPr lang="en-US" altLang="en-US" sz="2800">
                <a:ln w="6350" cmpd="sng">
                  <a:noFill/>
                  <a:prstDash val="solid"/>
                </a:ln>
                <a:solidFill>
                  <a:srgbClr val="47FF52"/>
                </a:solidFill>
                <a:latin typeface="OPTINational-Gothic" charset="0"/>
                <a:cs typeface="OPTINational-Gothic" charset="0"/>
              </a:rPr>
              <a:t>Le leggi elaborate da Maxwell sono errate e quindi non esiste alcuna costante c.</a:t>
            </a:r>
            <a:endParaRPr lang="en-US" altLang="en-US" sz="2800">
              <a:ln w="6350" cmpd="sng">
                <a:noFill/>
                <a:prstDash val="solid"/>
              </a:ln>
              <a:solidFill>
                <a:srgbClr val="47FF52"/>
              </a:solidFill>
              <a:latin typeface="OPTINational-Gothic" charset="0"/>
              <a:cs typeface="OPTINational-Gothic" charset="0"/>
            </a:endParaRPr>
          </a:p>
          <a:p>
            <a:pPr marL="342900" indent="-342900" fontAlgn="auto">
              <a:buFont typeface="+mj-lt"/>
              <a:buAutoNum type="arabicPeriod"/>
            </a:pPr>
            <a:endParaRPr lang="en-US" altLang="en-US" sz="2800">
              <a:ln w="6350" cmpd="sng">
                <a:noFill/>
                <a:prstDash val="solid"/>
              </a:ln>
              <a:solidFill>
                <a:srgbClr val="47FF52"/>
              </a:solidFill>
              <a:latin typeface="OPTINational-Gothic" charset="0"/>
              <a:cs typeface="OPTINational-Gothic" charset="0"/>
            </a:endParaRPr>
          </a:p>
          <a:p>
            <a:pPr marL="342900" indent="-342900" fontAlgn="auto">
              <a:buFont typeface="+mj-lt"/>
              <a:buAutoNum type="arabicPeriod"/>
            </a:pPr>
            <a:r>
              <a:rPr lang="en-US" altLang="en-US" sz="2800">
                <a:ln w="6350" cmpd="sng">
                  <a:noFill/>
                  <a:prstDash val="solid"/>
                </a:ln>
                <a:solidFill>
                  <a:srgbClr val="47FF52"/>
                </a:solidFill>
                <a:latin typeface="OPTINational-Gothic" charset="0"/>
                <a:cs typeface="OPTINational-Gothic" charset="0"/>
              </a:rPr>
              <a:t>Le trasformazioni di Galileo e la meccanica conseguente sono errate.</a:t>
            </a:r>
            <a:endParaRPr lang="en-US" altLang="en-US" sz="2800">
              <a:ln w="6350" cmpd="sng">
                <a:noFill/>
                <a:prstDash val="solid"/>
              </a:ln>
              <a:solidFill>
                <a:srgbClr val="47FF52"/>
              </a:solidFill>
              <a:latin typeface="OPTINational-Gothic" charset="0"/>
              <a:cs typeface="OPTINational-Gothic" charset="0"/>
            </a:endParaRPr>
          </a:p>
        </p:txBody>
      </p:sp>
      <p:sp>
        <p:nvSpPr>
          <p:cNvPr id="2" name="Oval 1"/>
          <p:cNvSpPr/>
          <p:nvPr/>
        </p:nvSpPr>
        <p:spPr>
          <a:xfrm>
            <a:off x="1457325" y="4178300"/>
            <a:ext cx="9171940" cy="1462405"/>
          </a:xfrm>
          <a:prstGeom prst="ellipse">
            <a:avLst/>
          </a:prstGeom>
          <a:noFill/>
          <a:ln>
            <a:solidFill>
              <a:srgbClr val="FF400D"/>
            </a:solidFill>
          </a:ln>
          <a:extLst>
            <a:ext uri="{909E8E84-426E-40DD-AFC4-6F175D3DCCD1}">
              <a14:hiddenFill xmlns:a14="http://schemas.microsoft.com/office/drawing/2010/main">
                <a:solidFill>
                  <a:schemeClr val="accent2"/>
                </a:solidFill>
              </a14:hiddenFill>
            </a:ext>
          </a:extLst>
        </p:spPr>
        <p:style>
          <a:lnRef idx="2">
            <a:schemeClr val="accent6"/>
          </a:lnRef>
          <a:fillRef idx="1">
            <a:schemeClr val="lt1"/>
          </a:fillRef>
          <a:effectRef idx="0">
            <a:schemeClr val="accent6"/>
          </a:effectRef>
          <a:fontRef idx="minor">
            <a:schemeClr val="dk1"/>
          </a:fontRef>
        </p:style>
        <p:txBody>
          <a:bodyPr rtlCol="0" anchor="ctr"/>
          <a:p>
            <a:pPr algn="ct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423920" y="154940"/>
            <a:ext cx="530987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LA RELATIVITÀ RISTRETTA</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8" name="Text Box 7"/>
          <p:cNvSpPr txBox="true"/>
          <p:nvPr/>
        </p:nvSpPr>
        <p:spPr>
          <a:xfrm>
            <a:off x="4968240" y="1445260"/>
            <a:ext cx="6955155" cy="1014730"/>
          </a:xfrm>
          <a:prstGeom prst="rect">
            <a:avLst/>
          </a:prstGeom>
          <a:noFill/>
        </p:spPr>
        <p:txBody>
          <a:bodyPr wrap="square" rtlCol="0">
            <a:spAutoFit/>
          </a:bodyPr>
          <a:p>
            <a:pPr algn="r" fontAlgn="auto"/>
            <a:r>
              <a:rPr lang="en-US" altLang="en-US" sz="2000">
                <a:ln w="6350" cmpd="sng">
                  <a:noFill/>
                  <a:prstDash val="solid"/>
                </a:ln>
                <a:solidFill>
                  <a:srgbClr val="47FF52"/>
                </a:solidFill>
                <a:latin typeface="OPTINational-Gothic" charset="0"/>
                <a:cs typeface="OPTINational-Gothic" charset="0"/>
              </a:rPr>
              <a:t>“Le leggi secondo cui variano gli stati di un sistema fisico non</a:t>
            </a:r>
            <a:endParaRPr lang="en-US" altLang="en-US" sz="2000">
              <a:ln w="6350" cmpd="sng">
                <a:noFill/>
                <a:prstDash val="solid"/>
              </a:ln>
              <a:solidFill>
                <a:srgbClr val="47FF52"/>
              </a:solidFill>
              <a:latin typeface="OPTINational-Gothic" charset="0"/>
              <a:cs typeface="OPTINational-Gothic" charset="0"/>
            </a:endParaRPr>
          </a:p>
          <a:p>
            <a:pPr algn="r" fontAlgn="auto"/>
            <a:r>
              <a:rPr lang="en-US" altLang="en-US" sz="2000">
                <a:ln w="6350" cmpd="sng">
                  <a:noFill/>
                  <a:prstDash val="solid"/>
                </a:ln>
                <a:solidFill>
                  <a:srgbClr val="47FF52"/>
                </a:solidFill>
                <a:latin typeface="OPTINational-Gothic" charset="0"/>
                <a:cs typeface="OPTINational-Gothic" charset="0"/>
              </a:rPr>
              <a:t>dipendono dal fatto di essere riferite all’uno o all’altro di due sistemi di</a:t>
            </a:r>
            <a:endParaRPr lang="en-US" altLang="en-US" sz="2000">
              <a:ln w="6350" cmpd="sng">
                <a:noFill/>
                <a:prstDash val="solid"/>
              </a:ln>
              <a:solidFill>
                <a:srgbClr val="47FF52"/>
              </a:solidFill>
              <a:latin typeface="OPTINational-Gothic" charset="0"/>
              <a:cs typeface="OPTINational-Gothic" charset="0"/>
            </a:endParaRPr>
          </a:p>
          <a:p>
            <a:pPr algn="r" fontAlgn="auto"/>
            <a:r>
              <a:rPr lang="en-US" altLang="en-US" sz="2000">
                <a:ln w="6350" cmpd="sng">
                  <a:noFill/>
                  <a:prstDash val="solid"/>
                </a:ln>
                <a:solidFill>
                  <a:srgbClr val="47FF52"/>
                </a:solidFill>
                <a:latin typeface="OPTINational-Gothic" charset="0"/>
                <a:cs typeface="OPTINational-Gothic" charset="0"/>
              </a:rPr>
              <a:t>coordinate in moto relativo uniforme.”</a:t>
            </a:r>
            <a:endParaRPr lang="en-US" altLang="en-US" sz="2000">
              <a:ln w="6350" cmpd="sng">
                <a:noFill/>
                <a:prstDash val="solid"/>
              </a:ln>
              <a:solidFill>
                <a:srgbClr val="47FF52"/>
              </a:solidFill>
              <a:latin typeface="OPTINational-Gothic" charset="0"/>
              <a:cs typeface="OPTINational-Gothic" charset="0"/>
            </a:endParaRPr>
          </a:p>
        </p:txBody>
      </p:sp>
      <p:sp>
        <p:nvSpPr>
          <p:cNvPr id="4" name="Text Box 3"/>
          <p:cNvSpPr txBox="true"/>
          <p:nvPr/>
        </p:nvSpPr>
        <p:spPr>
          <a:xfrm>
            <a:off x="4487545" y="3509010"/>
            <a:ext cx="7435850" cy="1014730"/>
          </a:xfrm>
          <a:prstGeom prst="rect">
            <a:avLst/>
          </a:prstGeom>
          <a:noFill/>
        </p:spPr>
        <p:txBody>
          <a:bodyPr wrap="square" rtlCol="0">
            <a:spAutoFit/>
          </a:bodyPr>
          <a:p>
            <a:pPr algn="r" fontAlgn="auto"/>
            <a:r>
              <a:rPr lang="en-US" altLang="en-US" sz="2000">
                <a:ln w="6350" cmpd="sng">
                  <a:noFill/>
                  <a:prstDash val="solid"/>
                </a:ln>
                <a:solidFill>
                  <a:srgbClr val="47FF52"/>
                </a:solidFill>
                <a:latin typeface="OPTINational-Gothic" charset="0"/>
                <a:cs typeface="OPTINational-Gothic" charset="0"/>
              </a:rPr>
              <a:t>“Un raggio di luce si muove in ogni sistema inerziale di coordinate con</a:t>
            </a:r>
            <a:endParaRPr lang="en-US" altLang="en-US" sz="2000">
              <a:ln w="6350" cmpd="sng">
                <a:noFill/>
                <a:prstDash val="solid"/>
              </a:ln>
              <a:solidFill>
                <a:srgbClr val="47FF52"/>
              </a:solidFill>
              <a:latin typeface="OPTINational-Gothic" charset="0"/>
              <a:cs typeface="OPTINational-Gothic" charset="0"/>
            </a:endParaRPr>
          </a:p>
          <a:p>
            <a:pPr algn="r" fontAlgn="auto"/>
            <a:r>
              <a:rPr lang="en-US" altLang="en-US" sz="2000">
                <a:ln w="6350" cmpd="sng">
                  <a:noFill/>
                  <a:prstDash val="solid"/>
                </a:ln>
                <a:solidFill>
                  <a:srgbClr val="47FF52"/>
                </a:solidFill>
                <a:latin typeface="OPTINational-Gothic" charset="0"/>
                <a:cs typeface="OPTINational-Gothic" charset="0"/>
              </a:rPr>
              <a:t>la stessa velocità c, sia che venga emesso da una sorgente fissa o da una</a:t>
            </a:r>
            <a:endParaRPr lang="en-US" altLang="en-US" sz="2000">
              <a:ln w="6350" cmpd="sng">
                <a:noFill/>
                <a:prstDash val="solid"/>
              </a:ln>
              <a:solidFill>
                <a:srgbClr val="47FF52"/>
              </a:solidFill>
              <a:latin typeface="OPTINational-Gothic" charset="0"/>
              <a:cs typeface="OPTINational-Gothic" charset="0"/>
            </a:endParaRPr>
          </a:p>
          <a:p>
            <a:pPr algn="r" fontAlgn="auto"/>
            <a:r>
              <a:rPr lang="en-US" altLang="en-US" sz="2000">
                <a:ln w="6350" cmpd="sng">
                  <a:noFill/>
                  <a:prstDash val="solid"/>
                </a:ln>
                <a:solidFill>
                  <a:srgbClr val="47FF52"/>
                </a:solidFill>
                <a:latin typeface="OPTINational-Gothic" charset="0"/>
                <a:cs typeface="OPTINational-Gothic" charset="0"/>
              </a:rPr>
              <a:t>sorgente in movimento.”</a:t>
            </a:r>
            <a:endParaRPr lang="en-US" altLang="en-US" sz="2000">
              <a:ln w="6350" cmpd="sng">
                <a:noFill/>
                <a:prstDash val="solid"/>
              </a:ln>
              <a:solidFill>
                <a:srgbClr val="47FF52"/>
              </a:solidFill>
              <a:latin typeface="OPTINational-Gothic" charset="0"/>
              <a:cs typeface="OPTINational-Gothic" charset="0"/>
            </a:endParaRPr>
          </a:p>
        </p:txBody>
      </p:sp>
      <p:sp>
        <p:nvSpPr>
          <p:cNvPr id="6" name="Text Box 5"/>
          <p:cNvSpPr txBox="true"/>
          <p:nvPr/>
        </p:nvSpPr>
        <p:spPr>
          <a:xfrm>
            <a:off x="9593580" y="2459990"/>
            <a:ext cx="2329815" cy="337185"/>
          </a:xfrm>
          <a:prstGeom prst="rect">
            <a:avLst/>
          </a:prstGeom>
          <a:noFill/>
        </p:spPr>
        <p:txBody>
          <a:bodyPr wrap="square" rtlCol="0">
            <a:spAutoFit/>
          </a:bodyPr>
          <a:p>
            <a:pPr algn="r" fontAlgn="auto"/>
            <a:r>
              <a:rPr lang="en-US" altLang="en-US" sz="1600">
                <a:ln w="6350" cmpd="sng">
                  <a:noFill/>
                  <a:prstDash val="solid"/>
                </a:ln>
                <a:solidFill>
                  <a:srgbClr val="47FF52"/>
                </a:solidFill>
                <a:latin typeface="OPTINational-Gothic" charset="0"/>
                <a:cs typeface="OPTINational-Gothic" charset="0"/>
              </a:rPr>
              <a:t>Primo postulato di Einstein</a:t>
            </a:r>
            <a:endParaRPr lang="en-US" altLang="en-US" sz="1600">
              <a:ln w="6350" cmpd="sng">
                <a:noFill/>
                <a:prstDash val="solid"/>
              </a:ln>
              <a:solidFill>
                <a:srgbClr val="47FF52"/>
              </a:solidFill>
              <a:latin typeface="OPTINational-Gothic" charset="0"/>
              <a:cs typeface="OPTINational-Gothic" charset="0"/>
            </a:endParaRPr>
          </a:p>
        </p:txBody>
      </p:sp>
      <p:sp>
        <p:nvSpPr>
          <p:cNvPr id="9" name="Text Box 8"/>
          <p:cNvSpPr txBox="true"/>
          <p:nvPr/>
        </p:nvSpPr>
        <p:spPr>
          <a:xfrm>
            <a:off x="9349740" y="4523740"/>
            <a:ext cx="2573655" cy="337185"/>
          </a:xfrm>
          <a:prstGeom prst="rect">
            <a:avLst/>
          </a:prstGeom>
          <a:noFill/>
        </p:spPr>
        <p:txBody>
          <a:bodyPr wrap="square" rtlCol="0">
            <a:spAutoFit/>
          </a:bodyPr>
          <a:p>
            <a:pPr algn="r" fontAlgn="auto"/>
            <a:r>
              <a:rPr lang="en-US" altLang="en-US" sz="1600">
                <a:ln w="6350" cmpd="sng">
                  <a:noFill/>
                  <a:prstDash val="solid"/>
                </a:ln>
                <a:solidFill>
                  <a:srgbClr val="47FF52"/>
                </a:solidFill>
                <a:latin typeface="OPTINational-Gothic" charset="0"/>
                <a:cs typeface="OPTINational-Gothic" charset="0"/>
              </a:rPr>
              <a:t>Secondo postulato di Einstein</a:t>
            </a:r>
            <a:endParaRPr lang="en-US" altLang="en-US" sz="1600">
              <a:ln w="6350" cmpd="sng">
                <a:noFill/>
                <a:prstDash val="solid"/>
              </a:ln>
              <a:solidFill>
                <a:srgbClr val="47FF52"/>
              </a:solidFill>
              <a:latin typeface="OPTINational-Gothic" charset="0"/>
              <a:cs typeface="OPTINational-Gothic" charset="0"/>
            </a:endParaRPr>
          </a:p>
        </p:txBody>
      </p:sp>
      <p:pic>
        <p:nvPicPr>
          <p:cNvPr id="10" name="Picture 9" descr="trasformazioni"/>
          <p:cNvPicPr>
            <a:picLocks noChangeAspect="true"/>
          </p:cNvPicPr>
          <p:nvPr/>
        </p:nvPicPr>
        <p:blipFill>
          <a:blip r:embed="rId2"/>
          <a:stretch>
            <a:fillRect/>
          </a:stretch>
        </p:blipFill>
        <p:spPr>
          <a:xfrm>
            <a:off x="79375" y="1445260"/>
            <a:ext cx="4615180" cy="4342765"/>
          </a:xfrm>
          <a:prstGeom prst="rect">
            <a:avLst/>
          </a:prstGeom>
        </p:spPr>
      </p:pic>
      <p:sp>
        <p:nvSpPr>
          <p:cNvPr id="11" name="Text Box 10"/>
          <p:cNvSpPr txBox="true"/>
          <p:nvPr/>
        </p:nvSpPr>
        <p:spPr>
          <a:xfrm>
            <a:off x="835660" y="1033145"/>
            <a:ext cx="2280285" cy="337185"/>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 Trasformazioni di Lorentz</a:t>
            </a:r>
            <a:endParaRPr lang="en-US"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35280" y="140335"/>
            <a:ext cx="1152144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DILATAZIONE DEI TEMPI E CONTRAZIONE DELLE LUNGHEZZE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3" name="Picture 2" descr="paradossogemelliformula"/>
          <p:cNvPicPr>
            <a:picLocks noChangeAspect="true"/>
          </p:cNvPicPr>
          <p:nvPr/>
        </p:nvPicPr>
        <p:blipFill>
          <a:blip r:embed="rId2"/>
          <a:stretch>
            <a:fillRect/>
          </a:stretch>
        </p:blipFill>
        <p:spPr>
          <a:xfrm>
            <a:off x="4441825" y="5288280"/>
            <a:ext cx="3308985" cy="782955"/>
          </a:xfrm>
          <a:prstGeom prst="rect">
            <a:avLst/>
          </a:prstGeom>
        </p:spPr>
      </p:pic>
      <p:pic>
        <p:nvPicPr>
          <p:cNvPr id="10" name="Picture 9" descr="contrazionelunghezze1"/>
          <p:cNvPicPr>
            <a:picLocks noChangeAspect="true"/>
          </p:cNvPicPr>
          <p:nvPr/>
        </p:nvPicPr>
        <p:blipFill>
          <a:blip r:embed="rId3"/>
          <a:stretch>
            <a:fillRect/>
          </a:stretch>
        </p:blipFill>
        <p:spPr>
          <a:xfrm>
            <a:off x="5829300" y="948055"/>
            <a:ext cx="5681980" cy="3720465"/>
          </a:xfrm>
          <a:prstGeom prst="rect">
            <a:avLst/>
          </a:prstGeom>
        </p:spPr>
      </p:pic>
      <p:cxnSp>
        <p:nvCxnSpPr>
          <p:cNvPr id="11" name="Straight Arrow Connector 10"/>
          <p:cNvCxnSpPr/>
          <p:nvPr/>
        </p:nvCxnSpPr>
        <p:spPr>
          <a:xfrm>
            <a:off x="3378835" y="5679440"/>
            <a:ext cx="995045" cy="0"/>
          </a:xfrm>
          <a:prstGeom prst="straightConnector1">
            <a:avLst/>
          </a:prstGeom>
          <a:ln>
            <a:tailEnd type="arrow" w="med" len="med"/>
          </a:ln>
        </p:spPr>
        <p:style>
          <a:lnRef idx="3">
            <a:schemeClr val="accent6"/>
          </a:lnRef>
          <a:fillRef idx="0">
            <a:schemeClr val="accent6"/>
          </a:fillRef>
          <a:effectRef idx="2">
            <a:schemeClr val="accent6"/>
          </a:effectRef>
          <a:fontRef idx="minor">
            <a:schemeClr val="tx1"/>
          </a:fontRef>
        </p:style>
      </p:cxnSp>
      <p:pic>
        <p:nvPicPr>
          <p:cNvPr id="12" name="Picture 11" descr="contrazionelunghezzeformula"/>
          <p:cNvPicPr>
            <a:picLocks noChangeAspect="true"/>
          </p:cNvPicPr>
          <p:nvPr/>
        </p:nvPicPr>
        <p:blipFill>
          <a:blip r:embed="rId4"/>
          <a:stretch>
            <a:fillRect/>
          </a:stretch>
        </p:blipFill>
        <p:spPr>
          <a:xfrm>
            <a:off x="7919085" y="5383530"/>
            <a:ext cx="4161155" cy="591820"/>
          </a:xfrm>
          <a:prstGeom prst="rect">
            <a:avLst/>
          </a:prstGeom>
        </p:spPr>
      </p:pic>
      <p:cxnSp>
        <p:nvCxnSpPr>
          <p:cNvPr id="13" name="Straight Arrow Connector 12"/>
          <p:cNvCxnSpPr/>
          <p:nvPr/>
        </p:nvCxnSpPr>
        <p:spPr>
          <a:xfrm>
            <a:off x="9996170" y="4668520"/>
            <a:ext cx="2540" cy="563880"/>
          </a:xfrm>
          <a:prstGeom prst="straightConnector1">
            <a:avLst/>
          </a:prstGeom>
          <a:ln>
            <a:tailEnd type="arrow" w="med" len="med"/>
          </a:ln>
        </p:spPr>
        <p:style>
          <a:lnRef idx="3">
            <a:schemeClr val="accent6"/>
          </a:lnRef>
          <a:fillRef idx="0">
            <a:schemeClr val="accent6"/>
          </a:fillRef>
          <a:effectRef idx="2">
            <a:schemeClr val="accent6"/>
          </a:effectRef>
          <a:fontRef idx="minor">
            <a:schemeClr val="tx1"/>
          </a:fontRef>
        </p:style>
      </p:cxnSp>
      <p:pic>
        <p:nvPicPr>
          <p:cNvPr id="4" name="Picture 3" descr="paradossogemelli"/>
          <p:cNvPicPr>
            <a:picLocks noChangeAspect="true"/>
          </p:cNvPicPr>
          <p:nvPr/>
        </p:nvPicPr>
        <p:blipFill>
          <a:blip r:embed="rId5"/>
          <a:stretch>
            <a:fillRect/>
          </a:stretch>
        </p:blipFill>
        <p:spPr>
          <a:xfrm>
            <a:off x="15240" y="87630"/>
            <a:ext cx="4159250" cy="58877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2665730" y="149860"/>
            <a:ext cx="686117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GALILEO E LORENTZ A CONFRONTO</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8" name="Text Box 7"/>
          <p:cNvSpPr txBox="true"/>
          <p:nvPr/>
        </p:nvSpPr>
        <p:spPr>
          <a:xfrm>
            <a:off x="440690" y="922655"/>
            <a:ext cx="11309985" cy="1014730"/>
          </a:xfrm>
          <a:prstGeom prst="rect">
            <a:avLst/>
          </a:prstGeom>
          <a:noFill/>
        </p:spPr>
        <p:txBody>
          <a:bodyPr wrap="square" rtlCol="0">
            <a:spAutoFit/>
          </a:bodyPr>
          <a:p>
            <a:pPr fontAlgn="auto"/>
            <a:r>
              <a:rPr lang="en-US" altLang="en-US" sz="2000">
                <a:ln w="6350" cmpd="sng">
                  <a:noFill/>
                  <a:prstDash val="solid"/>
                </a:ln>
                <a:solidFill>
                  <a:srgbClr val="47FF52"/>
                </a:solidFill>
                <a:latin typeface="OPTINational-Gothic" charset="0"/>
                <a:cs typeface="OPTINational-Gothic" charset="0"/>
              </a:rPr>
              <a:t>PROBLEMA: Due elettroni viaggiano nella stessa direzione ed in versi opposti entrambi con velocità 0,70c. Si calcoli la velocità di un elettrone rispetto all’altro applicando la legge di composizione classica delle velocità. Si spieghi perché il risultato non è accettabile e si risolva correttamente.</a:t>
            </a:r>
            <a:endParaRPr lang="en-US" altLang="en-US" sz="2000">
              <a:ln w="6350" cmpd="sng">
                <a:noFill/>
                <a:prstDash val="solid"/>
              </a:ln>
              <a:solidFill>
                <a:srgbClr val="47FF52"/>
              </a:solidFill>
              <a:latin typeface="OPTINational-Gothic" charset="0"/>
              <a:cs typeface="OPTINational-Gothic" charset="0"/>
            </a:endParaRPr>
          </a:p>
        </p:txBody>
      </p:sp>
      <p:pic>
        <p:nvPicPr>
          <p:cNvPr id="2" name="Picture 1" descr="bitmap"/>
          <p:cNvPicPr>
            <a:picLocks noChangeAspect="true"/>
          </p:cNvPicPr>
          <p:nvPr/>
        </p:nvPicPr>
        <p:blipFill>
          <a:blip r:embed="rId2"/>
          <a:stretch>
            <a:fillRect/>
          </a:stretch>
        </p:blipFill>
        <p:spPr>
          <a:xfrm>
            <a:off x="3227705" y="2190115"/>
            <a:ext cx="5211445" cy="3684905"/>
          </a:xfrm>
          <a:prstGeom prst="rect">
            <a:avLst/>
          </a:prstGeom>
        </p:spPr>
      </p:pic>
      <p:pic>
        <p:nvPicPr>
          <p:cNvPr id="3" name="Picture 2"/>
          <p:cNvPicPr>
            <a:picLocks noChangeAspect="true"/>
          </p:cNvPicPr>
          <p:nvPr/>
        </p:nvPicPr>
        <p:blipFill>
          <a:blip r:embed="rId3"/>
          <a:stretch>
            <a:fillRect/>
          </a:stretch>
        </p:blipFill>
        <p:spPr>
          <a:xfrm>
            <a:off x="440690" y="2691130"/>
            <a:ext cx="4107180" cy="995680"/>
          </a:xfrm>
          <a:prstGeom prst="rect">
            <a:avLst/>
          </a:prstGeom>
        </p:spPr>
      </p:pic>
      <p:sp>
        <p:nvSpPr>
          <p:cNvPr id="11" name="Text Box 10"/>
          <p:cNvSpPr txBox="true"/>
          <p:nvPr/>
        </p:nvSpPr>
        <p:spPr>
          <a:xfrm>
            <a:off x="440690" y="2190115"/>
            <a:ext cx="2280285" cy="337185"/>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Secondo Galileo; </a:t>
            </a:r>
            <a:endParaRPr lang="en-US" altLang="en-US" sz="1600">
              <a:ln w="6350" cmpd="sng">
                <a:noFill/>
                <a:prstDash val="solid"/>
              </a:ln>
              <a:solidFill>
                <a:srgbClr val="47FF52"/>
              </a:solidFill>
              <a:latin typeface="OPTINational-Gothic" charset="0"/>
              <a:cs typeface="OPTINational-Gothic" charset="0"/>
            </a:endParaRPr>
          </a:p>
        </p:txBody>
      </p:sp>
      <p:pic>
        <p:nvPicPr>
          <p:cNvPr id="4" name="Picture 3"/>
          <p:cNvPicPr>
            <a:picLocks noChangeAspect="true"/>
          </p:cNvPicPr>
          <p:nvPr/>
        </p:nvPicPr>
        <p:blipFill>
          <a:blip r:embed="rId4"/>
          <a:stretch>
            <a:fillRect/>
          </a:stretch>
        </p:blipFill>
        <p:spPr>
          <a:xfrm>
            <a:off x="440690" y="4028440"/>
            <a:ext cx="3237865" cy="598805"/>
          </a:xfrm>
          <a:prstGeom prst="rect">
            <a:avLst/>
          </a:prstGeom>
        </p:spPr>
      </p:pic>
      <p:sp>
        <p:nvSpPr>
          <p:cNvPr id="6" name="Text Box 5"/>
          <p:cNvSpPr txBox="true"/>
          <p:nvPr/>
        </p:nvSpPr>
        <p:spPr>
          <a:xfrm>
            <a:off x="8439150" y="2353945"/>
            <a:ext cx="2280285" cy="337185"/>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Secondo Lorentz; </a:t>
            </a:r>
            <a:endParaRPr lang="en-US" altLang="en-US" sz="1600">
              <a:ln w="6350" cmpd="sng">
                <a:noFill/>
                <a:prstDash val="solid"/>
              </a:ln>
              <a:solidFill>
                <a:srgbClr val="47FF52"/>
              </a:solidFill>
              <a:latin typeface="OPTINational-Gothic" charset="0"/>
              <a:cs typeface="OPTINational-Gothic" charset="0"/>
            </a:endParaRPr>
          </a:p>
        </p:txBody>
      </p:sp>
      <p:pic>
        <p:nvPicPr>
          <p:cNvPr id="10" name="Picture 9"/>
          <p:cNvPicPr>
            <a:picLocks noChangeAspect="true"/>
          </p:cNvPicPr>
          <p:nvPr/>
        </p:nvPicPr>
        <p:blipFill>
          <a:blip r:embed="rId5"/>
          <a:stretch>
            <a:fillRect/>
          </a:stretch>
        </p:blipFill>
        <p:spPr>
          <a:xfrm>
            <a:off x="8439150" y="2783205"/>
            <a:ext cx="3571240" cy="1245235"/>
          </a:xfrm>
          <a:prstGeom prst="rect">
            <a:avLst/>
          </a:prstGeom>
        </p:spPr>
      </p:pic>
      <p:pic>
        <p:nvPicPr>
          <p:cNvPr id="12" name="Picture 11"/>
          <p:cNvPicPr>
            <a:picLocks noChangeAspect="true"/>
          </p:cNvPicPr>
          <p:nvPr/>
        </p:nvPicPr>
        <p:blipFill>
          <a:blip r:embed="rId6"/>
          <a:stretch>
            <a:fillRect/>
          </a:stretch>
        </p:blipFill>
        <p:spPr>
          <a:xfrm>
            <a:off x="8439150" y="4191000"/>
            <a:ext cx="1745615" cy="876300"/>
          </a:xfrm>
          <a:prstGeom prst="rect">
            <a:avLst/>
          </a:prstGeom>
        </p:spPr>
      </p:pic>
      <p:pic>
        <p:nvPicPr>
          <p:cNvPr id="13" name="Picture 12"/>
          <p:cNvPicPr>
            <a:picLocks noChangeAspect="true"/>
          </p:cNvPicPr>
          <p:nvPr/>
        </p:nvPicPr>
        <p:blipFill>
          <a:blip r:embed="rId7"/>
          <a:stretch>
            <a:fillRect/>
          </a:stretch>
        </p:blipFill>
        <p:spPr>
          <a:xfrm>
            <a:off x="8439150" y="5351780"/>
            <a:ext cx="2432685" cy="77597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2122170" y="198120"/>
            <a:ext cx="794829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DUPLICE NATURA DI ONDE E PARTICELLE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
        <p:nvSpPr>
          <p:cNvPr id="11" name="Text Box 10"/>
          <p:cNvSpPr txBox="true"/>
          <p:nvPr/>
        </p:nvSpPr>
        <p:spPr>
          <a:xfrm>
            <a:off x="392430" y="1167765"/>
            <a:ext cx="11407775" cy="4523105"/>
          </a:xfrm>
          <a:prstGeom prst="rect">
            <a:avLst/>
          </a:prstGeom>
          <a:noFill/>
        </p:spPr>
        <p:txBody>
          <a:bodyPr wrap="square" rtlCol="0">
            <a:spAutoFit/>
          </a:bodyPr>
          <a:p>
            <a:pPr indent="0" algn="l" fontAlgn="auto">
              <a:buFont typeface="Arial" panose="02080604020202020204" pitchFamily="34" charset="0"/>
              <a:buNone/>
            </a:pPr>
            <a:r>
              <a:rPr lang="en-US" sz="3200">
                <a:ln w="6350" cmpd="sng">
                  <a:noFill/>
                  <a:prstDash val="solid"/>
                </a:ln>
                <a:solidFill>
                  <a:srgbClr val="47FF52"/>
                </a:solidFill>
                <a:latin typeface="OPTINational-Gothic" charset="0"/>
                <a:cs typeface="OPTINational-Gothic" charset="0"/>
              </a:rPr>
              <a:t>    Luce:</a:t>
            </a:r>
            <a:endParaRPr altLang="en-US" sz="32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altLang="en-US" sz="3200">
                <a:ln w="6350" cmpd="sng">
                  <a:noFill/>
                  <a:prstDash val="solid"/>
                </a:ln>
                <a:solidFill>
                  <a:srgbClr val="47FF52"/>
                </a:solidFill>
                <a:latin typeface="OPTINational-Gothic" charset="0"/>
                <a:cs typeface="OPTINational-Gothic" charset="0"/>
              </a:rPr>
              <a:t>L’effetto fotoelettrico che evidenzia la natura particellare dell</a:t>
            </a:r>
            <a:r>
              <a:rPr lang="en-US" sz="3200">
                <a:ln w="6350" cmpd="sng">
                  <a:noFill/>
                  <a:prstDash val="solid"/>
                </a:ln>
                <a:solidFill>
                  <a:srgbClr val="47FF52"/>
                </a:solidFill>
                <a:latin typeface="OPTINational-Gothic" charset="0"/>
                <a:cs typeface="OPTINational-Gothic" charset="0"/>
              </a:rPr>
              <a:t>a</a:t>
            </a:r>
            <a:r>
              <a:rPr altLang="en-US" sz="3200">
                <a:ln w="6350" cmpd="sng">
                  <a:noFill/>
                  <a:prstDash val="solid"/>
                </a:ln>
                <a:solidFill>
                  <a:srgbClr val="47FF52"/>
                </a:solidFill>
                <a:latin typeface="OPTINational-Gothic" charset="0"/>
                <a:cs typeface="OPTINational-Gothic" charset="0"/>
              </a:rPr>
              <a:t> luce (fotoni).</a:t>
            </a:r>
            <a:endParaRPr altLang="en-US" sz="32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altLang="en-US" sz="3200">
                <a:ln w="6350" cmpd="sng">
                  <a:noFill/>
                  <a:prstDash val="solid"/>
                </a:ln>
                <a:solidFill>
                  <a:srgbClr val="47FF52"/>
                </a:solidFill>
                <a:latin typeface="OPTINational-Gothic" charset="0"/>
                <a:cs typeface="OPTINational-Gothic" charset="0"/>
              </a:rPr>
              <a:t>Le interferenze ne evidenziano quella ondulatoria.</a:t>
            </a:r>
            <a:endParaRPr altLang="en-US" sz="3200">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endParaRPr altLang="en-US" sz="3200">
              <a:ln w="6350" cmpd="sng">
                <a:noFill/>
                <a:prstDash val="solid"/>
              </a:ln>
              <a:solidFill>
                <a:srgbClr val="47FF52"/>
              </a:solidFill>
              <a:latin typeface="OPTINational-Gothic" charset="0"/>
              <a:cs typeface="OPTINational-Gothic" charset="0"/>
            </a:endParaRPr>
          </a:p>
          <a:p>
            <a:pPr indent="0" algn="l" fontAlgn="auto">
              <a:buFont typeface="Arial" panose="02080604020202020204" pitchFamily="34" charset="0"/>
              <a:buNone/>
            </a:pPr>
            <a:r>
              <a:rPr lang="en-US" altLang="en-US" sz="3200">
                <a:ln w="6350" cmpd="sng">
                  <a:noFill/>
                  <a:prstDash val="solid"/>
                </a:ln>
                <a:solidFill>
                  <a:srgbClr val="47FF52"/>
                </a:solidFill>
                <a:latin typeface="OPTINational-Gothic" charset="0"/>
                <a:cs typeface="OPTINational-Gothic" charset="0"/>
              </a:rPr>
              <a:t>        Elettroni:</a:t>
            </a:r>
            <a:endParaRPr lang="en-US" altLang="en-US" sz="32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3200">
                <a:ln w="6350" cmpd="sng">
                  <a:noFill/>
                  <a:prstDash val="solid"/>
                </a:ln>
                <a:solidFill>
                  <a:srgbClr val="47FF52"/>
                </a:solidFill>
                <a:latin typeface="OPTINational-Gothic" charset="0"/>
                <a:cs typeface="OPTINational-Gothic" charset="0"/>
              </a:rPr>
              <a:t>La quantizzazione della massa e della carica di un elettrone come prova della sua sua natura particellare.</a:t>
            </a:r>
            <a:endParaRPr lang="en-US" altLang="en-US" sz="32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3200" u="sng">
                <a:ln w="6350" cmpd="sng">
                  <a:noFill/>
                  <a:prstDash val="solid"/>
                </a:ln>
                <a:solidFill>
                  <a:srgbClr val="47FF52"/>
                </a:solidFill>
                <a:latin typeface="OPTINational-Gothic" charset="0"/>
                <a:cs typeface="OPTINational-Gothic" charset="0"/>
              </a:rPr>
              <a:t>Le interferenze che dimostrano la sua natura ondulatoria.</a:t>
            </a:r>
            <a:endParaRPr lang="en-US" altLang="en-US" sz="3200" u="sng">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1102995" y="149860"/>
            <a:ext cx="998601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PARITCELLE E ONDE ATTRAVERSO DELLE FENDITURE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cannone-particelle"/>
          <p:cNvPicPr>
            <a:picLocks noChangeAspect="true"/>
          </p:cNvPicPr>
          <p:nvPr/>
        </p:nvPicPr>
        <p:blipFill>
          <a:blip r:embed="rId2"/>
          <a:stretch>
            <a:fillRect/>
          </a:stretch>
        </p:blipFill>
        <p:spPr>
          <a:xfrm>
            <a:off x="16510" y="558165"/>
            <a:ext cx="4200525" cy="2969895"/>
          </a:xfrm>
          <a:prstGeom prst="rect">
            <a:avLst/>
          </a:prstGeom>
        </p:spPr>
      </p:pic>
      <p:pic>
        <p:nvPicPr>
          <p:cNvPr id="3" name="Picture 2" descr="sorgente.onde"/>
          <p:cNvPicPr>
            <a:picLocks noChangeAspect="true"/>
          </p:cNvPicPr>
          <p:nvPr/>
        </p:nvPicPr>
        <p:blipFill>
          <a:blip r:embed="rId3"/>
          <a:stretch>
            <a:fillRect/>
          </a:stretch>
        </p:blipFill>
        <p:spPr>
          <a:xfrm>
            <a:off x="5991860" y="567690"/>
            <a:ext cx="4172585" cy="2950845"/>
          </a:xfrm>
          <a:prstGeom prst="rect">
            <a:avLst/>
          </a:prstGeom>
        </p:spPr>
      </p:pic>
      <p:pic>
        <p:nvPicPr>
          <p:cNvPr id="4" name="Picture 3" descr="emettitore-elettroni"/>
          <p:cNvPicPr>
            <a:picLocks noChangeAspect="true"/>
          </p:cNvPicPr>
          <p:nvPr/>
        </p:nvPicPr>
        <p:blipFill>
          <a:blip r:embed="rId4"/>
          <a:stretch>
            <a:fillRect/>
          </a:stretch>
        </p:blipFill>
        <p:spPr>
          <a:xfrm>
            <a:off x="39370" y="3135630"/>
            <a:ext cx="4177665" cy="2954020"/>
          </a:xfrm>
          <a:prstGeom prst="rect">
            <a:avLst/>
          </a:prstGeom>
        </p:spPr>
      </p:pic>
      <p:pic>
        <p:nvPicPr>
          <p:cNvPr id="6" name="Picture 5" descr="emettitore-elettroni-illuminato"/>
          <p:cNvPicPr>
            <a:picLocks noChangeAspect="true"/>
          </p:cNvPicPr>
          <p:nvPr/>
        </p:nvPicPr>
        <p:blipFill>
          <a:blip r:embed="rId5"/>
          <a:stretch>
            <a:fillRect/>
          </a:stretch>
        </p:blipFill>
        <p:spPr>
          <a:xfrm>
            <a:off x="5913120" y="3121660"/>
            <a:ext cx="4251325" cy="3006090"/>
          </a:xfrm>
          <a:prstGeom prst="rect">
            <a:avLst/>
          </a:prstGeom>
        </p:spPr>
      </p:pic>
      <p:sp>
        <p:nvSpPr>
          <p:cNvPr id="11" name="Text Box 10"/>
          <p:cNvSpPr txBox="true"/>
          <p:nvPr/>
        </p:nvSpPr>
        <p:spPr>
          <a:xfrm>
            <a:off x="3669665" y="1378585"/>
            <a:ext cx="2637790" cy="1814830"/>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1) Si notano due effetti caratteristici delle particelle: </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I colpi arrivano sul segnalatore ⇒ quantizzazione.</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P 12 = P 1 + P 2 &gt; P 1 , P 2 ⇒ additività.</a:t>
            </a:r>
            <a:endParaRPr lang="en-US" altLang="en-US" sz="1600">
              <a:ln w="6350" cmpd="sng">
                <a:noFill/>
                <a:prstDash val="solid"/>
              </a:ln>
              <a:solidFill>
                <a:srgbClr val="47FF52"/>
              </a:solidFill>
              <a:latin typeface="OPTINational-Gothic" charset="0"/>
              <a:cs typeface="OPTINational-Gothic" charset="0"/>
            </a:endParaRPr>
          </a:p>
        </p:txBody>
      </p:sp>
      <p:sp>
        <p:nvSpPr>
          <p:cNvPr id="8" name="Text Box 7"/>
          <p:cNvSpPr txBox="true"/>
          <p:nvPr/>
        </p:nvSpPr>
        <p:spPr>
          <a:xfrm>
            <a:off x="3669665" y="3997325"/>
            <a:ext cx="2426970" cy="1568450"/>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3)Scopriamo che, sorprendentemente, gli elettroni, senza luce: </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vengono rilevati  </a:t>
            </a:r>
            <a:r>
              <a:rPr lang="en-US" altLang="en-US" sz="1600">
                <a:ln w="6350" cmpd="sng">
                  <a:noFill/>
                  <a:prstDash val="solid"/>
                </a:ln>
                <a:solidFill>
                  <a:srgbClr val="47FF52"/>
                </a:solidFill>
                <a:latin typeface="OPTINational-Gothic" charset="0"/>
                <a:cs typeface="OPTINational-Gothic" charset="0"/>
                <a:sym typeface="+mn-ea"/>
              </a:rPr>
              <a:t>⇒ quantizzazione. </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interferiscono.</a:t>
            </a:r>
            <a:endParaRPr lang="en-US" altLang="en-US" sz="1600">
              <a:ln w="6350" cmpd="sng">
                <a:noFill/>
                <a:prstDash val="solid"/>
              </a:ln>
              <a:solidFill>
                <a:srgbClr val="47FF52"/>
              </a:solidFill>
              <a:latin typeface="OPTINational-Gothic" charset="0"/>
              <a:cs typeface="OPTINational-Gothic" charset="0"/>
            </a:endParaRPr>
          </a:p>
        </p:txBody>
      </p:sp>
      <p:sp>
        <p:nvSpPr>
          <p:cNvPr id="9" name="Text Box 8"/>
          <p:cNvSpPr txBox="true"/>
          <p:nvPr/>
        </p:nvSpPr>
        <p:spPr>
          <a:xfrm>
            <a:off x="9563100" y="1378585"/>
            <a:ext cx="2637790" cy="1814830"/>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2) Si notano due effetti caratteristici delle onde: </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I12 ≠ I1 + I2 ⇒ frange di interferenza.</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Al centro, sapendo che I = A^2 ⇒ I12 = (2 A) ^2 = 4 A^2 </a:t>
            </a:r>
            <a:r>
              <a:rPr lang="en-US" altLang="en-US" sz="1600">
                <a:ln w="6350" cmpd="sng">
                  <a:noFill/>
                  <a:prstDash val="solid"/>
                </a:ln>
                <a:solidFill>
                  <a:srgbClr val="47FF52"/>
                </a:solidFill>
                <a:latin typeface="OPTINational-Gothic" charset="0"/>
                <a:cs typeface="OPTINational-Gothic" charset="0"/>
                <a:sym typeface="+mn-ea"/>
              </a:rPr>
              <a:t>≠ </a:t>
            </a:r>
            <a:r>
              <a:rPr lang="en-US" altLang="en-US" sz="1600">
                <a:ln w="6350" cmpd="sng">
                  <a:noFill/>
                  <a:prstDash val="solid"/>
                </a:ln>
                <a:solidFill>
                  <a:srgbClr val="47FF52"/>
                </a:solidFill>
                <a:latin typeface="OPTINational-Gothic" charset="0"/>
                <a:cs typeface="OPTINational-Gothic" charset="0"/>
              </a:rPr>
              <a:t>2 A^2</a:t>
            </a:r>
            <a:endParaRPr lang="en-US" altLang="en-US" sz="1600">
              <a:ln w="6350" cmpd="sng">
                <a:noFill/>
                <a:prstDash val="solid"/>
              </a:ln>
              <a:solidFill>
                <a:srgbClr val="47FF52"/>
              </a:solidFill>
              <a:latin typeface="OPTINational-Gothic" charset="0"/>
              <a:cs typeface="OPTINational-Gothic" charset="0"/>
            </a:endParaRPr>
          </a:p>
        </p:txBody>
      </p:sp>
      <p:sp>
        <p:nvSpPr>
          <p:cNvPr id="10" name="Text Box 9"/>
          <p:cNvSpPr txBox="true"/>
          <p:nvPr/>
        </p:nvSpPr>
        <p:spPr>
          <a:xfrm>
            <a:off x="9424670" y="3825875"/>
            <a:ext cx="3004185" cy="2553335"/>
          </a:xfrm>
          <a:prstGeom prst="rect">
            <a:avLst/>
          </a:prstGeom>
          <a:noFill/>
        </p:spPr>
        <p:txBody>
          <a:bodyPr wrap="square" rtlCol="0">
            <a:spAutoFit/>
          </a:bodyPr>
          <a:p>
            <a:pPr algn="l" fontAlgn="auto"/>
            <a:r>
              <a:rPr lang="en-US" altLang="en-US" sz="1600">
                <a:ln w="6350" cmpd="sng">
                  <a:noFill/>
                  <a:prstDash val="solid"/>
                </a:ln>
                <a:solidFill>
                  <a:srgbClr val="47FF52"/>
                </a:solidFill>
                <a:latin typeface="OPTINational-Gothic" charset="0"/>
                <a:cs typeface="OPTINational-Gothic" charset="0"/>
              </a:rPr>
              <a:t>4) Se illuminati invece: </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vengono rilevati ⇒ quantizzazione.</a:t>
            </a:r>
            <a:endParaRPr lang="en-US" altLang="en-US" sz="1600">
              <a:ln w="6350" cmpd="sng">
                <a:noFill/>
                <a:prstDash val="solid"/>
              </a:ln>
              <a:solidFill>
                <a:srgbClr val="47FF52"/>
              </a:solidFill>
              <a:latin typeface="OPTINational-Gothic" charset="0"/>
              <a:cs typeface="OPTINational-Gothic" charset="0"/>
            </a:endParaRPr>
          </a:p>
          <a:p>
            <a:pPr marL="285750" indent="-285750" algn="l" fontAlgn="auto">
              <a:buFont typeface="Arial" panose="02080604020202020204" pitchFamily="34" charset="0"/>
              <a:buChar char="•"/>
            </a:pPr>
            <a:r>
              <a:rPr lang="en-US" altLang="en-US" sz="1600">
                <a:ln w="6350" cmpd="sng">
                  <a:noFill/>
                  <a:prstDash val="solid"/>
                </a:ln>
                <a:solidFill>
                  <a:srgbClr val="47FF52"/>
                </a:solidFill>
                <a:latin typeface="OPTINational-Gothic" charset="0"/>
                <a:cs typeface="OPTINational-Gothic" charset="0"/>
              </a:rPr>
              <a:t>La luce è in grado di fornire una quantità di energia tale (fotoni) da “spostare” gli elettroni e confondere le frange di interferenza, facendogli assumere il comportamento di una particella.</a:t>
            </a:r>
            <a:endParaRPr lang="en-US"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266440" y="140335"/>
            <a:ext cx="5659120"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LA MAGNUM OPUS DI DANTE</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paradiso_gironi"/>
          <p:cNvPicPr>
            <a:picLocks noChangeAspect="true"/>
          </p:cNvPicPr>
          <p:nvPr/>
        </p:nvPicPr>
        <p:blipFill>
          <a:blip r:embed="rId2"/>
          <a:stretch>
            <a:fillRect/>
          </a:stretch>
        </p:blipFill>
        <p:spPr>
          <a:xfrm>
            <a:off x="218440" y="208280"/>
            <a:ext cx="2976245" cy="3318510"/>
          </a:xfrm>
          <a:prstGeom prst="rect">
            <a:avLst/>
          </a:prstGeom>
        </p:spPr>
      </p:pic>
      <p:pic>
        <p:nvPicPr>
          <p:cNvPr id="3" name="Picture 2" descr="Magnum_Opus"/>
          <p:cNvPicPr>
            <a:picLocks noChangeAspect="true"/>
          </p:cNvPicPr>
          <p:nvPr/>
        </p:nvPicPr>
        <p:blipFill>
          <a:blip r:embed="rId3"/>
          <a:stretch>
            <a:fillRect/>
          </a:stretch>
        </p:blipFill>
        <p:spPr>
          <a:xfrm>
            <a:off x="218440" y="3846195"/>
            <a:ext cx="4317365" cy="2195830"/>
          </a:xfrm>
          <a:prstGeom prst="rect">
            <a:avLst/>
          </a:prstGeom>
        </p:spPr>
      </p:pic>
      <p:sp>
        <p:nvSpPr>
          <p:cNvPr id="8" name="Text Box 7"/>
          <p:cNvSpPr txBox="true"/>
          <p:nvPr/>
        </p:nvSpPr>
        <p:spPr>
          <a:xfrm>
            <a:off x="5136515" y="847090"/>
            <a:ext cx="6935470" cy="4030980"/>
          </a:xfrm>
          <a:prstGeom prst="rect">
            <a:avLst/>
          </a:prstGeom>
          <a:noFill/>
        </p:spPr>
        <p:txBody>
          <a:bodyPr wrap="square" rtlCol="0">
            <a:spAutoFit/>
          </a:bodyPr>
          <a:p>
            <a:pPr marL="400050" indent="-400050" fontAlgn="auto">
              <a:buFont typeface="+mj-lt"/>
              <a:buAutoNum type="romanUcPeriod"/>
            </a:pPr>
            <a:r>
              <a:rPr lang="" altLang="en-US" sz="1600">
                <a:ln w="6350" cmpd="sng">
                  <a:noFill/>
                  <a:prstDash val="solid"/>
                </a:ln>
                <a:solidFill>
                  <a:srgbClr val="47FF52"/>
                </a:solidFill>
                <a:latin typeface="OPTINational-Gothic" charset="0"/>
                <a:cs typeface="OPTINational-Gothic" charset="0"/>
              </a:rPr>
              <a:t>Nigredo o annerimento, associato tradizionalmente alla terra e alla notte, “mi ritrovai in una selva oscura, Inferno, Canto I”, all’invecchiamento, “un vecchio, bianco per antico pelo, Inferno, Canto III” o anche al decadimento e alla scissione, “e ponavam le piante sovra lor vanità che par persona, Inferno, Canto VI”.</a:t>
            </a: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r>
              <a:rPr lang="" altLang="en-US" sz="1600">
                <a:ln w="6350" cmpd="sng">
                  <a:noFill/>
                  <a:prstDash val="solid"/>
                </a:ln>
                <a:solidFill>
                  <a:srgbClr val="47FF52"/>
                </a:solidFill>
                <a:latin typeface="OPTINational-Gothic" charset="0"/>
                <a:cs typeface="OPTINational-Gothic" charset="0"/>
              </a:rPr>
              <a:t>Albedo o sbiancamento, associato all’acqua, il Purgatorio ne è circondato o l’alba, “dolce color d’oriental mondi zaffiro”, Purgatorio, Canto I.</a:t>
            </a: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r>
              <a:rPr lang="" altLang="en-US" sz="1600">
                <a:ln w="6350" cmpd="sng">
                  <a:noFill/>
                  <a:prstDash val="solid"/>
                </a:ln>
                <a:solidFill>
                  <a:srgbClr val="47FF52"/>
                </a:solidFill>
                <a:latin typeface="OPTINational-Gothic" charset="0"/>
                <a:cs typeface="OPTINational-Gothic" charset="0"/>
              </a:rPr>
              <a:t>Citrinitas o ingiallimento, il cui elemento essenziale è l’aria, come testimoniato dai 9 cieli, e a cui è associata il simbolo dell’aquila, “poscia che Constantin l’aquila volse contr’al corso del ciel, Paradiso, Canto VI” o anche il sole, “là dov’ella frange più sua rattezza, nacque al mondo un sole, Paradiso, Canto XI”.</a:t>
            </a: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r>
              <a:rPr lang="" altLang="en-US" sz="1600">
                <a:ln w="6350" cmpd="sng">
                  <a:noFill/>
                  <a:prstDash val="solid"/>
                </a:ln>
                <a:solidFill>
                  <a:srgbClr val="47FF52"/>
                </a:solidFill>
                <a:latin typeface="OPTINational-Gothic" charset="0"/>
                <a:cs typeface="OPTINational-Gothic" charset="0"/>
              </a:rPr>
              <a:t>Rubedo,  contraddistinto dall’elemento più forte, il fuoco, simbolo dello Spirito Santo presente nell’empireo.</a:t>
            </a:r>
            <a:endParaRPr lang="" altLang="en-US" sz="1600">
              <a:ln w="6350" cmpd="sng">
                <a:noFill/>
                <a:prstDash val="solid"/>
              </a:ln>
              <a:solidFill>
                <a:srgbClr val="47FF52"/>
              </a:solidFill>
              <a:latin typeface="OPTINational-Gothic" charset="0"/>
              <a:cs typeface="OPTINational-Gothic" charset="0"/>
            </a:endParaRPr>
          </a:p>
          <a:p>
            <a:pPr marL="400050" indent="-400050" fontAlgn="auto">
              <a:buFont typeface="+mj-lt"/>
              <a:buAutoNum type="romanUcPeriod"/>
            </a:pPr>
            <a:endParaRPr lang="" altLang="en-US" sz="1600">
              <a:ln w="6350" cmpd="sng">
                <a:noFill/>
                <a:prstDash val="solid"/>
              </a:ln>
              <a:solidFill>
                <a:srgbClr val="47FF52"/>
              </a:solidFill>
              <a:latin typeface="OPTINational-Gothic" charset="0"/>
              <a:cs typeface="OPTINational-Gothic" charset="0"/>
            </a:endParaRPr>
          </a:p>
        </p:txBody>
      </p:sp>
      <p:cxnSp>
        <p:nvCxnSpPr>
          <p:cNvPr id="4" name="Straight Arrow Connector 3"/>
          <p:cNvCxnSpPr/>
          <p:nvPr/>
        </p:nvCxnSpPr>
        <p:spPr>
          <a:xfrm>
            <a:off x="8604250" y="4525645"/>
            <a:ext cx="0" cy="836295"/>
          </a:xfrm>
          <a:prstGeom prst="straightConnector1">
            <a:avLst/>
          </a:prstGeom>
          <a:ln>
            <a:tailEnd type="arrow" w="med" len="med"/>
          </a:ln>
        </p:spPr>
        <p:style>
          <a:lnRef idx="3">
            <a:schemeClr val="accent6"/>
          </a:lnRef>
          <a:fillRef idx="0">
            <a:schemeClr val="accent6"/>
          </a:fillRef>
          <a:effectRef idx="2">
            <a:schemeClr val="accent6"/>
          </a:effectRef>
          <a:fontRef idx="minor">
            <a:schemeClr val="tx1"/>
          </a:fontRef>
        </p:style>
      </p:cxnSp>
      <p:sp>
        <p:nvSpPr>
          <p:cNvPr id="11" name="Text Box 10"/>
          <p:cNvSpPr txBox="true"/>
          <p:nvPr/>
        </p:nvSpPr>
        <p:spPr>
          <a:xfrm>
            <a:off x="5862320" y="5437505"/>
            <a:ext cx="5483225" cy="829945"/>
          </a:xfrm>
          <a:prstGeom prst="rect">
            <a:avLst/>
          </a:prstGeom>
          <a:noFill/>
        </p:spPr>
        <p:txBody>
          <a:bodyPr wrap="square" rtlCol="0">
            <a:spAutoFit/>
          </a:bodyPr>
          <a:p>
            <a:pPr algn="l" fontAlgn="auto"/>
            <a:r>
              <a:rPr lang="" altLang="en-US" sz="1600">
                <a:ln w="6350" cmpd="sng">
                  <a:noFill/>
                  <a:prstDash val="solid"/>
                </a:ln>
                <a:solidFill>
                  <a:srgbClr val="47FF52"/>
                </a:solidFill>
                <a:latin typeface="OPTINational-Gothic" charset="0"/>
                <a:cs typeface="OPTINational-Gothic" charset="0"/>
              </a:rPr>
              <a:t>“...</a:t>
            </a:r>
            <a:r>
              <a:rPr lang="en-US" altLang="en-US" sz="1600">
                <a:ln w="6350" cmpd="sng">
                  <a:noFill/>
                  <a:prstDash val="solid"/>
                </a:ln>
                <a:solidFill>
                  <a:srgbClr val="47FF52"/>
                </a:solidFill>
                <a:latin typeface="OPTINational-Gothic" charset="0"/>
                <a:cs typeface="OPTINational-Gothic" charset="0"/>
              </a:rPr>
              <a:t>la Pietra che tramuta Giove in Luna</a:t>
            </a:r>
            <a:r>
              <a:rPr lang="" altLang="en-US" sz="1600">
                <a:ln w="6350" cmpd="sng">
                  <a:noFill/>
                  <a:prstDash val="solid"/>
                </a:ln>
                <a:solidFill>
                  <a:srgbClr val="47FF52"/>
                </a:solidFill>
                <a:latin typeface="OPTINational-Gothic" charset="0"/>
                <a:cs typeface="OPTINational-Gothic" charset="0"/>
              </a:rPr>
              <a:t>”, la pietra filosofale, che si pensava essere in grado di risanare la corruzione della materia (le tre fiere incontrate da Dante all’inizio del viaggio)</a:t>
            </a:r>
            <a:endParaRPr lang=""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2400300" y="149860"/>
            <a:ext cx="7391400" cy="706755"/>
          </a:xfrm>
          <a:prstGeom prst="rect">
            <a:avLst/>
          </a:prstGeom>
          <a:noFill/>
        </p:spPr>
        <p:txBody>
          <a:bodyPr wrap="square" rtlCol="0">
            <a:spAutoFit/>
          </a:bodyPr>
          <a:p>
            <a:r>
              <a:rPr lang="" altLang="en-US" sz="4000">
                <a:ln w="28575" cmpd="sng">
                  <a:solidFill>
                    <a:srgbClr val="47FF52"/>
                  </a:solidFill>
                  <a:prstDash val="solid"/>
                </a:ln>
                <a:solidFill>
                  <a:srgbClr val="644647"/>
                </a:solidFill>
                <a:latin typeface="OPTINational-Gothic" charset="0"/>
                <a:cs typeface="OPTINational-Gothic" charset="0"/>
              </a:rPr>
              <a:t>LA CONVERSIONE DI SANT’AGOSTINO</a:t>
            </a:r>
            <a:endParaRPr lang="" altLang="en-US" sz="4000">
              <a:ln w="28575" cmpd="sng">
                <a:solidFill>
                  <a:srgbClr val="47FF52"/>
                </a:solidFill>
                <a:prstDash val="solid"/>
              </a:ln>
              <a:solidFill>
                <a:srgbClr val="644647"/>
              </a:solidFill>
              <a:latin typeface="OPTINational-Gothic" charset="0"/>
              <a:cs typeface="OPTINational-Gothic" charset="0"/>
            </a:endParaRPr>
          </a:p>
        </p:txBody>
      </p:sp>
      <p:pic>
        <p:nvPicPr>
          <p:cNvPr id="2" name="Picture 1" descr="Champaigne,_Philippe_de_-_Saint_Augustin_-_1645-1650"/>
          <p:cNvPicPr>
            <a:picLocks noChangeAspect="true"/>
          </p:cNvPicPr>
          <p:nvPr/>
        </p:nvPicPr>
        <p:blipFill>
          <a:blip r:embed="rId2"/>
          <a:stretch>
            <a:fillRect/>
          </a:stretch>
        </p:blipFill>
        <p:spPr>
          <a:xfrm>
            <a:off x="9791700" y="149860"/>
            <a:ext cx="2250440" cy="2864485"/>
          </a:xfrm>
          <a:prstGeom prst="rect">
            <a:avLst/>
          </a:prstGeom>
        </p:spPr>
      </p:pic>
      <p:sp>
        <p:nvSpPr>
          <p:cNvPr id="11" name="Text Box 10"/>
          <p:cNvSpPr txBox="true"/>
          <p:nvPr/>
        </p:nvSpPr>
        <p:spPr>
          <a:xfrm>
            <a:off x="359410" y="1815465"/>
            <a:ext cx="6315075" cy="1198880"/>
          </a:xfrm>
          <a:prstGeom prst="rect">
            <a:avLst/>
          </a:prstGeom>
          <a:noFill/>
        </p:spPr>
        <p:txBody>
          <a:bodyPr wrap="square" rtlCol="0">
            <a:spAutoFit/>
          </a:bodyPr>
          <a:p>
            <a:pPr algn="l" fontAlgn="auto"/>
            <a:r>
              <a:rPr lang="" altLang="en-US">
                <a:ln w="6350" cmpd="sng">
                  <a:noFill/>
                  <a:prstDash val="solid"/>
                </a:ln>
                <a:solidFill>
                  <a:srgbClr val="47FF52"/>
                </a:solidFill>
                <a:latin typeface="OPTINational-Gothic" charset="0"/>
                <a:cs typeface="OPTINational-Gothic" charset="0"/>
              </a:rPr>
              <a:t>“</a:t>
            </a:r>
            <a:r>
              <a:rPr lang="en-US" altLang="en-US">
                <a:ln w="6350" cmpd="sng">
                  <a:noFill/>
                  <a:prstDash val="solid"/>
                </a:ln>
                <a:solidFill>
                  <a:srgbClr val="47FF52"/>
                </a:solidFill>
                <a:latin typeface="OPTINational-Gothic" charset="0"/>
                <a:cs typeface="OPTINational-Gothic" charset="0"/>
              </a:rPr>
              <a:t>Io sentii che la mia anima e la sua erano state un’anima sola in due</a:t>
            </a:r>
            <a:endParaRPr lang="en-US" altLang="en-US">
              <a:ln w="6350" cmpd="sng">
                <a:noFill/>
                <a:prstDash val="solid"/>
              </a:ln>
              <a:solidFill>
                <a:srgbClr val="47FF52"/>
              </a:solidFill>
              <a:latin typeface="OPTINational-Gothic" charset="0"/>
              <a:cs typeface="OPTINational-Gothic" charset="0"/>
            </a:endParaRPr>
          </a:p>
          <a:p>
            <a:pPr algn="l" fontAlgn="auto"/>
            <a:r>
              <a:rPr lang="en-US" altLang="en-US">
                <a:ln w="6350" cmpd="sng">
                  <a:noFill/>
                  <a:prstDash val="solid"/>
                </a:ln>
                <a:solidFill>
                  <a:srgbClr val="47FF52"/>
                </a:solidFill>
                <a:latin typeface="OPTINational-Gothic" charset="0"/>
                <a:cs typeface="OPTINational-Gothic" charset="0"/>
              </a:rPr>
              <a:t>corpi; perciò la vita mi faceva orrore, poiché non volevo vivere a mezzo,</a:t>
            </a:r>
            <a:endParaRPr lang="en-US" altLang="en-US">
              <a:ln w="6350" cmpd="sng">
                <a:noFill/>
                <a:prstDash val="solid"/>
              </a:ln>
              <a:solidFill>
                <a:srgbClr val="47FF52"/>
              </a:solidFill>
              <a:latin typeface="OPTINational-Gothic" charset="0"/>
              <a:cs typeface="OPTINational-Gothic" charset="0"/>
            </a:endParaRPr>
          </a:p>
          <a:p>
            <a:pPr algn="l" fontAlgn="auto"/>
            <a:r>
              <a:rPr lang="en-US" altLang="en-US">
                <a:ln w="6350" cmpd="sng">
                  <a:noFill/>
                  <a:prstDash val="solid"/>
                </a:ln>
                <a:solidFill>
                  <a:srgbClr val="47FF52"/>
                </a:solidFill>
                <a:latin typeface="OPTINational-Gothic" charset="0"/>
                <a:cs typeface="OPTINational-Gothic" charset="0"/>
              </a:rPr>
              <a:t>e perciò forse temevo di morire, per non far morire del tutto chi avevo</a:t>
            </a:r>
            <a:endParaRPr lang="en-US" altLang="en-US">
              <a:ln w="6350" cmpd="sng">
                <a:noFill/>
                <a:prstDash val="solid"/>
              </a:ln>
              <a:solidFill>
                <a:srgbClr val="47FF52"/>
              </a:solidFill>
              <a:latin typeface="OPTINational-Gothic" charset="0"/>
              <a:cs typeface="OPTINational-Gothic" charset="0"/>
            </a:endParaRPr>
          </a:p>
          <a:p>
            <a:pPr algn="l" fontAlgn="auto"/>
            <a:r>
              <a:rPr lang="en-US" altLang="en-US">
                <a:ln w="6350" cmpd="sng">
                  <a:noFill/>
                  <a:prstDash val="solid"/>
                </a:ln>
                <a:solidFill>
                  <a:srgbClr val="47FF52"/>
                </a:solidFill>
                <a:latin typeface="OPTINational-Gothic" charset="0"/>
                <a:cs typeface="OPTINational-Gothic" charset="0"/>
              </a:rPr>
              <a:t>molto amato. </a:t>
            </a:r>
            <a:r>
              <a:rPr lang="" altLang="en-US">
                <a:ln w="6350" cmpd="sng">
                  <a:noFill/>
                  <a:prstDash val="solid"/>
                </a:ln>
                <a:solidFill>
                  <a:srgbClr val="47FF52"/>
                </a:solidFill>
                <a:latin typeface="OPTINational-Gothic" charset="0"/>
                <a:cs typeface="OPTINational-Gothic" charset="0"/>
              </a:rPr>
              <a:t>“</a:t>
            </a:r>
            <a:endParaRPr lang="" altLang="en-US">
              <a:ln w="6350" cmpd="sng">
                <a:noFill/>
                <a:prstDash val="solid"/>
              </a:ln>
              <a:solidFill>
                <a:srgbClr val="47FF52"/>
              </a:solidFill>
              <a:latin typeface="OPTINational-Gothic" charset="0"/>
              <a:cs typeface="OPTINational-Gothic" charset="0"/>
            </a:endParaRPr>
          </a:p>
        </p:txBody>
      </p:sp>
      <p:sp>
        <p:nvSpPr>
          <p:cNvPr id="3" name="Text Box 2"/>
          <p:cNvSpPr txBox="true"/>
          <p:nvPr/>
        </p:nvSpPr>
        <p:spPr>
          <a:xfrm>
            <a:off x="3183255" y="3014345"/>
            <a:ext cx="3491230" cy="337185"/>
          </a:xfrm>
          <a:prstGeom prst="rect">
            <a:avLst/>
          </a:prstGeom>
          <a:noFill/>
        </p:spPr>
        <p:txBody>
          <a:bodyPr wrap="square" rtlCol="0">
            <a:spAutoFit/>
          </a:bodyPr>
          <a:p>
            <a:pPr algn="l" fontAlgn="auto"/>
            <a:r>
              <a:rPr lang="" altLang="en-US" sz="1600">
                <a:ln w="6350" cmpd="sng">
                  <a:noFill/>
                  <a:prstDash val="solid"/>
                </a:ln>
                <a:solidFill>
                  <a:srgbClr val="47FF52"/>
                </a:solidFill>
                <a:latin typeface="OPTINational-Gothic" charset="0"/>
                <a:cs typeface="OPTINational-Gothic" charset="0"/>
              </a:rPr>
              <a:t>Sant’Agostino, Confessiones IV, 6.11</a:t>
            </a:r>
            <a:endParaRPr lang="" altLang="en-US" sz="1600">
              <a:ln w="6350" cmpd="sng">
                <a:noFill/>
                <a:prstDash val="solid"/>
              </a:ln>
              <a:solidFill>
                <a:srgbClr val="47FF52"/>
              </a:solidFill>
              <a:latin typeface="OPTINational-Gothic" charset="0"/>
              <a:cs typeface="OPTINational-Gothic"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206115" y="140335"/>
            <a:ext cx="574611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DA CARTESIO A PHILIP GLASS</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pavimento"/>
          <p:cNvPicPr>
            <a:picLocks noChangeAspect="true"/>
          </p:cNvPicPr>
          <p:nvPr/>
        </p:nvPicPr>
        <p:blipFill>
          <a:blip r:embed="rId1"/>
          <a:stretch>
            <a:fillRect/>
          </a:stretch>
        </p:blipFill>
        <p:spPr>
          <a:xfrm>
            <a:off x="-246380" y="6127750"/>
            <a:ext cx="12650470" cy="974090"/>
          </a:xfrm>
          <a:prstGeom prst="rect">
            <a:avLst/>
          </a:prstGeom>
        </p:spPr>
      </p:pic>
      <p:sp>
        <p:nvSpPr>
          <p:cNvPr id="5" name="Text Box 4"/>
          <p:cNvSpPr txBox="true"/>
          <p:nvPr/>
        </p:nvSpPr>
        <p:spPr>
          <a:xfrm>
            <a:off x="3206115" y="140335"/>
            <a:ext cx="5746115" cy="706755"/>
          </a:xfrm>
          <a:prstGeom prst="rect">
            <a:avLst/>
          </a:prstGeom>
          <a:noFill/>
        </p:spPr>
        <p:txBody>
          <a:bodyPr wrap="square" rtlCol="0">
            <a:spAutoFit/>
          </a:bodyPr>
          <a:p>
            <a:r>
              <a:rPr lang="en-US" altLang="en-US" sz="4000">
                <a:ln w="28575" cmpd="sng">
                  <a:solidFill>
                    <a:srgbClr val="47FF52"/>
                  </a:solidFill>
                  <a:prstDash val="solid"/>
                </a:ln>
                <a:solidFill>
                  <a:srgbClr val="644647"/>
                </a:solidFill>
                <a:latin typeface="OPTINational-Gothic" charset="0"/>
                <a:cs typeface="OPTINational-Gothic" charset="0"/>
              </a:rPr>
              <a:t>DA CARTESIO A PHILIP GLASS</a:t>
            </a:r>
            <a:endParaRPr lang="en-US" altLang="en-US" sz="4000">
              <a:ln w="28575" cmpd="sng">
                <a:solidFill>
                  <a:srgbClr val="47FF52"/>
                </a:solidFill>
                <a:prstDash val="solid"/>
              </a:ln>
              <a:solidFill>
                <a:srgbClr val="644647"/>
              </a:solidFill>
              <a:latin typeface="OPTINational-Gothic" charset="0"/>
              <a:cs typeface="OPTINational-Gothic"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6721</Words>
  <Application>WPS Presentation</Application>
  <PresentationFormat>宽屏</PresentationFormat>
  <Paragraphs>202</Paragraphs>
  <Slides>21</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21</vt:i4>
      </vt:variant>
    </vt:vector>
  </HeadingPairs>
  <TitlesOfParts>
    <vt:vector size="34" baseType="lpstr">
      <vt:lpstr>Arial</vt:lpstr>
      <vt:lpstr>SimSun</vt:lpstr>
      <vt:lpstr>Wingdings</vt:lpstr>
      <vt:lpstr>Nimbus Roman No9 L</vt:lpstr>
      <vt:lpstr>OPTINational-Gothic</vt:lpstr>
      <vt:lpstr>微软雅黑</vt:lpstr>
      <vt:lpstr>Droid Sans Fallback</vt:lpstr>
      <vt:lpstr>Arial Unicode MS</vt:lpstr>
      <vt:lpstr>Arial Black</vt:lpstr>
      <vt:lpstr>SimSun</vt:lpstr>
      <vt:lpstr>C059</vt:lpstr>
      <vt:lpstr>Standard Symbols PS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stanman</dc:creator>
  <cp:lastModifiedBy>stanman</cp:lastModifiedBy>
  <cp:revision>24</cp:revision>
  <dcterms:created xsi:type="dcterms:W3CDTF">2021-06-08T18:12:57Z</dcterms:created>
  <dcterms:modified xsi:type="dcterms:W3CDTF">2021-06-08T18:12:57Z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1033-11.1.0.10161</vt:lpwstr>
  </property>
</Properties>
</file>