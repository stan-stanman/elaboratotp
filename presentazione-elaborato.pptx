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4647"/>
    <a:srgbClr val="47FF52"/>
    <a:srgbClr val="1C6420"/>
    <a:srgbClr val="271B1C"/>
    <a:srgbClr val="B2B2B2"/>
    <a:srgbClr val="202020"/>
    <a:srgbClr val="323232"/>
    <a:srgbClr val="CC3300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true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true" noChangeAspect="true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true"/>
          <p:cNvCxnSpPr/>
          <p:nvPr userDrawn="true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true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true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3300"/>
          </a:fgClr>
          <a:bgClr>
            <a:schemeClr val="tx1">
              <a:lumMod val="75000"/>
              <a:lumOff val="25000"/>
            </a:schemeClr>
          </a:bgClr>
        </a:patt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pavimento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246380" y="6127750"/>
            <a:ext cx="12650470" cy="974090"/>
          </a:xfrm>
          <a:prstGeom prst="rect">
            <a:avLst/>
          </a:prstGeom>
        </p:spPr>
      </p:pic>
      <p:sp>
        <p:nvSpPr>
          <p:cNvPr id="5" name="Text Box 4"/>
          <p:cNvSpPr txBox="true"/>
          <p:nvPr/>
        </p:nvSpPr>
        <p:spPr>
          <a:xfrm>
            <a:off x="2609850" y="473710"/>
            <a:ext cx="6212205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800">
                <a:ln w="28575" cmpd="sng">
                  <a:solidFill>
                    <a:srgbClr val="47FF52"/>
                  </a:solidFill>
                  <a:prstDash val="solid"/>
                </a:ln>
                <a:solidFill>
                  <a:srgbClr val="644647"/>
                </a:solidFill>
                <a:latin typeface="OPTINational-Gothic" charset="0"/>
                <a:cs typeface="OPTINational-Gothic" charset="0"/>
              </a:rPr>
              <a:t>ELABORATO TWIN PEAKS</a:t>
            </a:r>
            <a:endParaRPr lang="en-US" altLang="en-US" sz="6600">
              <a:ln w="28575" cmpd="sng">
                <a:solidFill>
                  <a:srgbClr val="47FF52"/>
                </a:solidFill>
                <a:prstDash val="solid"/>
              </a:ln>
              <a:solidFill>
                <a:srgbClr val="644647"/>
              </a:solidFill>
              <a:latin typeface="OPTINational-Gothic" charset="0"/>
              <a:cs typeface="OPTINational-Gothic" charset="0"/>
            </a:endParaRPr>
          </a:p>
          <a:p>
            <a:endParaRPr lang="en-US" altLang="en-US" sz="6600">
              <a:ln w="28575" cmpd="sng">
                <a:solidFill>
                  <a:srgbClr val="47FF52"/>
                </a:solidFill>
                <a:prstDash val="solid"/>
              </a:ln>
              <a:solidFill>
                <a:srgbClr val="644647"/>
              </a:solidFill>
              <a:latin typeface="OPTINational-Gothic" charset="0"/>
              <a:cs typeface="OPTINational-Gothic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Presentation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Nimbus Roman No9 L</vt:lpstr>
      <vt:lpstr>OPTINational-Gothic</vt:lpstr>
      <vt:lpstr>微软雅黑</vt:lpstr>
      <vt:lpstr>Droid Sans Fallback</vt:lpstr>
      <vt:lpstr>Arial Unicode MS</vt:lpstr>
      <vt:lpstr>Arial Black</vt:lpstr>
      <vt:lpstr>SimSun</vt:lpstr>
      <vt:lpstr>Standard Symbols PS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stanman</dc:creator>
  <cp:lastModifiedBy>stanman</cp:lastModifiedBy>
  <cp:revision>11</cp:revision>
  <dcterms:created xsi:type="dcterms:W3CDTF">2021-06-03T13:48:29Z</dcterms:created>
  <dcterms:modified xsi:type="dcterms:W3CDTF">2021-06-03T13:48:29Z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1033-11.1.0.10161</vt:lpwstr>
  </property>
</Properties>
</file>