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3"/>
    <p:sldId id="257" r:id="rId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4647"/>
    <a:srgbClr val="47FF52"/>
    <a:srgbClr val="1C6420"/>
    <a:srgbClr val="271B1C"/>
    <a:srgbClr val="B2B2B2"/>
    <a:srgbClr val="202020"/>
    <a:srgbClr val="323232"/>
    <a:srgbClr val="CC3300"/>
    <a:srgbClr val="CC00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4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true" noRot="true" noChangeAspect="true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true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true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false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true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true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true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true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true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true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false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true" noChangeAspect="true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true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true"/>
          <p:cNvCxnSpPr/>
          <p:nvPr userDrawn="true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true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true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true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true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5427980"/>
            <a:ext cx="10057765" cy="1862455"/>
          </a:xfrm>
          <a:prstGeom prst="rect">
            <a:avLst/>
          </a:prstGeom>
        </p:spPr>
      </p:pic>
      <p:pic>
        <p:nvPicPr>
          <p:cNvPr id="8" name="Picture 7" descr="tendadestra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9969500" y="14605"/>
            <a:ext cx="2361565" cy="6871970"/>
          </a:xfrm>
          <a:prstGeom prst="rect">
            <a:avLst/>
          </a:prstGeom>
        </p:spPr>
      </p:pic>
      <p:pic>
        <p:nvPicPr>
          <p:cNvPr id="6" name="Picture 5" descr="tendesinistra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-25400" y="13970"/>
            <a:ext cx="2348230" cy="6844665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2114550" y="121285"/>
            <a:ext cx="8649335" cy="2122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66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ELABORATO TWIN PEAKS</a:t>
            </a:r>
            <a:endParaRPr lang="en-US" altLang="en-US" sz="66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  <a:p>
            <a:endParaRPr lang="en-US" altLang="en-US" sz="66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statua1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50" y="3103880"/>
            <a:ext cx="1278255" cy="37452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60350" y="5608320"/>
            <a:ext cx="12759055" cy="1661795"/>
          </a:xfrm>
          <a:prstGeom prst="rect">
            <a:avLst/>
          </a:prstGeom>
        </p:spPr>
      </p:pic>
      <p:pic>
        <p:nvPicPr>
          <p:cNvPr id="8" name="Picture 7" descr="tendadestra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9969500" y="14605"/>
            <a:ext cx="2361565" cy="6834505"/>
          </a:xfrm>
          <a:prstGeom prst="rect">
            <a:avLst/>
          </a:prstGeom>
        </p:spPr>
      </p:pic>
      <p:pic>
        <p:nvPicPr>
          <p:cNvPr id="6" name="Picture 5" descr="tendesinistra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-25400" y="13970"/>
            <a:ext cx="2348230" cy="6835775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1347470" y="111125"/>
            <a:ext cx="9496425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 fontAlgn="auto"/>
            <a:r>
              <a:rPr lang="en-US" altLang="en-US" sz="66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</a:t>
            </a:r>
            <a:r>
              <a:rPr lang="" altLang="en-US" sz="66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S</a:t>
            </a:r>
            <a:endParaRPr lang="" altLang="en-US" sz="66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statua1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50" y="3103880"/>
            <a:ext cx="1278255" cy="3744595"/>
          </a:xfrm>
          <a:prstGeom prst="rect">
            <a:avLst/>
          </a:prstGeom>
        </p:spPr>
      </p:pic>
      <p:sp>
        <p:nvSpPr>
          <p:cNvPr id="4" name="Text Box 3"/>
          <p:cNvSpPr txBox="true"/>
          <p:nvPr/>
        </p:nvSpPr>
        <p:spPr>
          <a:xfrm>
            <a:off x="5071745" y="2366010"/>
            <a:ext cx="20472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 fontAlgn="auto"/>
            <a:r>
              <a:rPr lang="" altLang="en-US" sz="2400">
                <a:ln w="12700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Directed by</a:t>
            </a:r>
            <a:endParaRPr lang="" altLang="en-US" sz="2400">
              <a:ln w="12700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9" name="Text Box 8"/>
          <p:cNvSpPr txBox="true"/>
          <p:nvPr/>
        </p:nvSpPr>
        <p:spPr>
          <a:xfrm>
            <a:off x="2404110" y="2826385"/>
            <a:ext cx="743013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 fontAlgn="auto"/>
            <a:r>
              <a:rPr lang="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SALVATORE PALUMBO</a:t>
            </a:r>
            <a:endParaRPr lang="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0" name="Text Box 9"/>
          <p:cNvSpPr txBox="true"/>
          <p:nvPr/>
        </p:nvSpPr>
        <p:spPr>
          <a:xfrm>
            <a:off x="2463800" y="3973830"/>
            <a:ext cx="74301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 fontAlgn="auto"/>
            <a:r>
              <a:rPr lang="" altLang="en-US" sz="2800">
                <a:ln w="19050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Anno Scolastico 2020-2021</a:t>
            </a:r>
            <a:endParaRPr lang="" altLang="en-US" sz="2800">
              <a:ln w="19050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2" name="Picture 11" descr="saturn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725" y="3750310"/>
            <a:ext cx="3200400" cy="3200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</Words>
  <Application>WPS Presentation</Application>
  <PresentationFormat>宽屏</PresentationFormat>
  <Paragraphs>11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5" baseType="lpstr">
      <vt:lpstr>Arial</vt:lpstr>
      <vt:lpstr>SimSun</vt:lpstr>
      <vt:lpstr>Wingdings</vt:lpstr>
      <vt:lpstr>Nimbus Roman No9 L</vt:lpstr>
      <vt:lpstr>OPTINational-Gothic</vt:lpstr>
      <vt:lpstr>微软雅黑</vt:lpstr>
      <vt:lpstr>Droid Sans Fallback</vt:lpstr>
      <vt:lpstr>Arial Unicode MS</vt:lpstr>
      <vt:lpstr>Arial Black</vt:lpstr>
      <vt:lpstr>SimSun</vt:lpstr>
      <vt:lpstr>Standard Symbols PS</vt:lpstr>
      <vt:lpstr>SimSun</vt:lpstr>
      <vt:lpstr>Office Theme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stanman</dc:creator>
  <cp:lastModifiedBy>stanman</cp:lastModifiedBy>
  <cp:revision>12</cp:revision>
  <dcterms:created xsi:type="dcterms:W3CDTF">2021-06-13T11:05:01Z</dcterms:created>
  <dcterms:modified xsi:type="dcterms:W3CDTF">2021-06-13T11:05:01Z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1033-11.1.0.10161</vt:lpwstr>
  </property>
</Properties>
</file>